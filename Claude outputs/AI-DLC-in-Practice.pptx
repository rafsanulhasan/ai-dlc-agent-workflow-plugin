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67" r:id="rId2"/>
    <p:sldId id="257" r:id="rId3"/>
    <p:sldId id="258" r:id="rId4"/>
    <p:sldId id="259" r:id="rId5"/>
    <p:sldId id="284" r:id="rId6"/>
    <p:sldId id="263" r:id="rId7"/>
    <p:sldId id="366" r:id="rId8"/>
    <p:sldId id="268" r:id="rId9"/>
    <p:sldId id="261" r:id="rId10"/>
    <p:sldId id="264"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2824A6-926F-4130-B3BC-B0C063699EE0}" v="7" dt="2026-08-01T05:12:23.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184" autoAdjust="0"/>
    <p:restoredTop sz="64967" autoAdjust="0"/>
  </p:normalViewPr>
  <p:slideViewPr>
    <p:cSldViewPr snapToGrid="0" snapToObjects="1">
      <p:cViewPr varScale="1">
        <p:scale>
          <a:sx n="109" d="100"/>
          <a:sy n="109" d="100"/>
        </p:scale>
        <p:origin x="130" y="8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sanul Hasan" userId="229fc3553e4519d4" providerId="LiveId" clId="{5F5FE466-BA34-494F-AD44-0AB6F3856034}"/>
    <pc:docChg chg="undo custSel addSld delSld modSld sldOrd">
      <pc:chgData name="Rafsanul Hasan" userId="229fc3553e4519d4" providerId="LiveId" clId="{5F5FE466-BA34-494F-AD44-0AB6F3856034}" dt="2026-08-01T15:59:09.939" v="1672" actId="47"/>
      <pc:docMkLst>
        <pc:docMk/>
      </pc:docMkLst>
      <pc:sldChg chg="del">
        <pc:chgData name="Rafsanul Hasan" userId="229fc3553e4519d4" providerId="LiveId" clId="{5F5FE466-BA34-494F-AD44-0AB6F3856034}" dt="2026-08-01T15:59:09.939" v="1672" actId="47"/>
        <pc:sldMkLst>
          <pc:docMk/>
          <pc:sldMk cId="0" sldId="262"/>
        </pc:sldMkLst>
      </pc:sldChg>
      <pc:sldChg chg="ord">
        <pc:chgData name="Rafsanul Hasan" userId="229fc3553e4519d4" providerId="LiveId" clId="{5F5FE466-BA34-494F-AD44-0AB6F3856034}" dt="2026-08-01T08:34:29.699" v="1671"/>
        <pc:sldMkLst>
          <pc:docMk/>
          <pc:sldMk cId="0" sldId="263"/>
        </pc:sldMkLst>
      </pc:sldChg>
      <pc:sldChg chg="del">
        <pc:chgData name="Rafsanul Hasan" userId="229fc3553e4519d4" providerId="LiveId" clId="{5F5FE466-BA34-494F-AD44-0AB6F3856034}" dt="2026-08-01T08:34:19.501" v="1667" actId="47"/>
        <pc:sldMkLst>
          <pc:docMk/>
          <pc:sldMk cId="0" sldId="265"/>
        </pc:sldMkLst>
      </pc:sldChg>
      <pc:sldChg chg="modSp mod">
        <pc:chgData name="Rafsanul Hasan" userId="229fc3553e4519d4" providerId="LiveId" clId="{5F5FE466-BA34-494F-AD44-0AB6F3856034}" dt="2026-08-01T08:33:46.972" v="1666" actId="20577"/>
        <pc:sldMkLst>
          <pc:docMk/>
          <pc:sldMk cId="0" sldId="267"/>
        </pc:sldMkLst>
        <pc:spChg chg="mod">
          <ac:chgData name="Rafsanul Hasan" userId="229fc3553e4519d4" providerId="LiveId" clId="{5F5FE466-BA34-494F-AD44-0AB6F3856034}" dt="2026-08-01T08:33:46.972" v="1666" actId="20577"/>
          <ac:spMkLst>
            <pc:docMk/>
            <pc:sldMk cId="0" sldId="267"/>
            <ac:spMk id="5" creationId="{00000000-0000-0000-0000-000000000000}"/>
          </ac:spMkLst>
        </pc:spChg>
      </pc:sldChg>
      <pc:sldChg chg="modSp mod ord">
        <pc:chgData name="Rafsanul Hasan" userId="229fc3553e4519d4" providerId="LiveId" clId="{5F5FE466-BA34-494F-AD44-0AB6F3856034}" dt="2026-08-01T05:29:29.845" v="1485"/>
        <pc:sldMkLst>
          <pc:docMk/>
          <pc:sldMk cId="1600120864" sldId="348"/>
        </pc:sldMkLst>
        <pc:spChg chg="mod">
          <ac:chgData name="Rafsanul Hasan" userId="229fc3553e4519d4" providerId="LiveId" clId="{5F5FE466-BA34-494F-AD44-0AB6F3856034}" dt="2026-08-01T05:24:38.429" v="1470" actId="207"/>
          <ac:spMkLst>
            <pc:docMk/>
            <pc:sldMk cId="1600120864" sldId="348"/>
            <ac:spMk id="6" creationId="{D1691AE5-4F0E-4CAE-BD17-4FEEC0E29D52}"/>
          </ac:spMkLst>
        </pc:spChg>
      </pc:sldChg>
      <pc:sldChg chg="modSp mod">
        <pc:chgData name="Rafsanul Hasan" userId="229fc3553e4519d4" providerId="LiveId" clId="{5F5FE466-BA34-494F-AD44-0AB6F3856034}" dt="2026-08-01T05:27:10.589" v="1481" actId="14100"/>
        <pc:sldMkLst>
          <pc:docMk/>
          <pc:sldMk cId="1745436091" sldId="349"/>
        </pc:sldMkLst>
        <pc:spChg chg="mod">
          <ac:chgData name="Rafsanul Hasan" userId="229fc3553e4519d4" providerId="LiveId" clId="{5F5FE466-BA34-494F-AD44-0AB6F3856034}" dt="2026-08-01T05:27:10.589" v="1481" actId="14100"/>
          <ac:spMkLst>
            <pc:docMk/>
            <pc:sldMk cId="1745436091" sldId="349"/>
            <ac:spMk id="601" creationId="{00000000-0000-0000-0000-000000000000}"/>
          </ac:spMkLst>
        </pc:spChg>
        <pc:spChg chg="mod">
          <ac:chgData name="Rafsanul Hasan" userId="229fc3553e4519d4" providerId="LiveId" clId="{5F5FE466-BA34-494F-AD44-0AB6F3856034}" dt="2026-08-01T05:26:50.940" v="1477" actId="14100"/>
          <ac:spMkLst>
            <pc:docMk/>
            <pc:sldMk cId="1745436091" sldId="349"/>
            <ac:spMk id="612" creationId="{00000000-0000-0000-0000-000000000000}"/>
          </ac:spMkLst>
        </pc:spChg>
        <pc:spChg chg="mod">
          <ac:chgData name="Rafsanul Hasan" userId="229fc3553e4519d4" providerId="LiveId" clId="{5F5FE466-BA34-494F-AD44-0AB6F3856034}" dt="2026-08-01T05:26:39.492" v="1475" actId="14100"/>
          <ac:spMkLst>
            <pc:docMk/>
            <pc:sldMk cId="1745436091" sldId="349"/>
            <ac:spMk id="623" creationId="{00000000-0000-0000-0000-000000000000}"/>
          </ac:spMkLst>
        </pc:spChg>
      </pc:sldChg>
      <pc:sldChg chg="modSp del mod">
        <pc:chgData name="Rafsanul Hasan" userId="229fc3553e4519d4" providerId="LiveId" clId="{5F5FE466-BA34-494F-AD44-0AB6F3856034}" dt="2026-08-01T04:40:41.712" v="1151"/>
        <pc:sldMkLst>
          <pc:docMk/>
          <pc:sldMk cId="65766080" sldId="381"/>
        </pc:sldMkLst>
        <pc:spChg chg="mod">
          <ac:chgData name="Rafsanul Hasan" userId="229fc3553e4519d4" providerId="LiveId" clId="{5F5FE466-BA34-494F-AD44-0AB6F3856034}" dt="2026-07-31T22:53:39.463" v="139" actId="33524"/>
          <ac:spMkLst>
            <pc:docMk/>
            <pc:sldMk cId="65766080" sldId="381"/>
            <ac:spMk id="11" creationId="{22105EA8-50B9-1A04-CDA0-CD6C74BEA9F5}"/>
          </ac:spMkLst>
        </pc:spChg>
      </pc:sldChg>
      <pc:sldChg chg="del">
        <pc:chgData name="Rafsanul Hasan" userId="229fc3553e4519d4" providerId="LiveId" clId="{5F5FE466-BA34-494F-AD44-0AB6F3856034}" dt="2026-07-31T17:41:35.437" v="1"/>
        <pc:sldMkLst>
          <pc:docMk/>
          <pc:sldMk cId="1393610663" sldId="387"/>
        </pc:sldMkLst>
      </pc:sldChg>
      <pc:sldChg chg="modSp add del mod">
        <pc:chgData name="Rafsanul Hasan" userId="229fc3553e4519d4" providerId="LiveId" clId="{5F5FE466-BA34-494F-AD44-0AB6F3856034}" dt="2026-07-31T17:54:23.949" v="13"/>
        <pc:sldMkLst>
          <pc:docMk/>
          <pc:sldMk cId="936439164" sldId="388"/>
        </pc:sldMkLst>
        <pc:spChg chg="mod">
          <ac:chgData name="Rafsanul Hasan" userId="229fc3553e4519d4" providerId="LiveId" clId="{5F5FE466-BA34-494F-AD44-0AB6F3856034}" dt="2026-07-31T17:49:36.617" v="9"/>
          <ac:spMkLst>
            <pc:docMk/>
            <pc:sldMk cId="936439164" sldId="388"/>
            <ac:spMk id="1016" creationId="{6F03CF9A-94DB-4360-5490-8CFA120B1BA2}"/>
          </ac:spMkLst>
        </pc:spChg>
        <pc:cxnChg chg="mod">
          <ac:chgData name="Rafsanul Hasan" userId="229fc3553e4519d4" providerId="LiveId" clId="{5F5FE466-BA34-494F-AD44-0AB6F3856034}" dt="2026-07-31T17:50:23.979" v="10" actId="692"/>
          <ac:cxnSpMkLst>
            <pc:docMk/>
            <pc:sldMk cId="936439164" sldId="388"/>
            <ac:cxnSpMk id="212" creationId="{6C15DFEB-7D9A-97AD-8B1C-5E09E890A449}"/>
          </ac:cxnSpMkLst>
        </pc:cxnChg>
        <pc:cxnChg chg="mod">
          <ac:chgData name="Rafsanul Hasan" userId="229fc3553e4519d4" providerId="LiveId" clId="{5F5FE466-BA34-494F-AD44-0AB6F3856034}" dt="2026-07-31T17:49:36.615" v="2"/>
          <ac:cxnSpMkLst>
            <pc:docMk/>
            <pc:sldMk cId="936439164" sldId="388"/>
            <ac:cxnSpMk id="985" creationId="{B1C62F87-CC52-9570-7E41-12CCA78CD048}"/>
          </ac:cxnSpMkLst>
        </pc:cxnChg>
        <pc:cxnChg chg="mod">
          <ac:chgData name="Rafsanul Hasan" userId="229fc3553e4519d4" providerId="LiveId" clId="{5F5FE466-BA34-494F-AD44-0AB6F3856034}" dt="2026-07-31T17:49:36.615" v="3"/>
          <ac:cxnSpMkLst>
            <pc:docMk/>
            <pc:sldMk cId="936439164" sldId="388"/>
            <ac:cxnSpMk id="988" creationId="{CC1A6FE0-A7B9-34E5-881D-871E3EC06B88}"/>
          </ac:cxnSpMkLst>
        </pc:cxnChg>
        <pc:cxnChg chg="mod">
          <ac:chgData name="Rafsanul Hasan" userId="229fc3553e4519d4" providerId="LiveId" clId="{5F5FE466-BA34-494F-AD44-0AB6F3856034}" dt="2026-07-31T17:49:36.615" v="4"/>
          <ac:cxnSpMkLst>
            <pc:docMk/>
            <pc:sldMk cId="936439164" sldId="388"/>
            <ac:cxnSpMk id="1000" creationId="{4579F521-D2F0-1FE5-DBA6-7FC81B31F093}"/>
          </ac:cxnSpMkLst>
        </pc:cxnChg>
        <pc:cxnChg chg="mod">
          <ac:chgData name="Rafsanul Hasan" userId="229fc3553e4519d4" providerId="LiveId" clId="{5F5FE466-BA34-494F-AD44-0AB6F3856034}" dt="2026-07-31T17:49:36.616" v="5"/>
          <ac:cxnSpMkLst>
            <pc:docMk/>
            <pc:sldMk cId="936439164" sldId="388"/>
            <ac:cxnSpMk id="1006" creationId="{9378650E-922B-9C6D-8163-787F0CD1EF3F}"/>
          </ac:cxnSpMkLst>
        </pc:cxnChg>
        <pc:cxnChg chg="mod">
          <ac:chgData name="Rafsanul Hasan" userId="229fc3553e4519d4" providerId="LiveId" clId="{5F5FE466-BA34-494F-AD44-0AB6F3856034}" dt="2026-07-31T17:51:30.442" v="11" actId="14100"/>
          <ac:cxnSpMkLst>
            <pc:docMk/>
            <pc:sldMk cId="936439164" sldId="388"/>
            <ac:cxnSpMk id="1009" creationId="{78CEE974-C743-C21C-2BDD-F9B6FB1F0A68}"/>
          </ac:cxnSpMkLst>
        </pc:cxnChg>
      </pc:sldChg>
      <pc:sldChg chg="modSp add del mod">
        <pc:chgData name="Rafsanul Hasan" userId="229fc3553e4519d4" providerId="LiveId" clId="{5F5FE466-BA34-494F-AD44-0AB6F3856034}" dt="2026-07-31T22:03:11.712" v="77"/>
        <pc:sldMkLst>
          <pc:docMk/>
          <pc:sldMk cId="4062919655" sldId="389"/>
        </pc:sldMkLst>
        <pc:spChg chg="mod">
          <ac:chgData name="Rafsanul Hasan" userId="229fc3553e4519d4" providerId="LiveId" clId="{5F5FE466-BA34-494F-AD44-0AB6F3856034}" dt="2026-07-31T21:58:59.848" v="75"/>
          <ac:spMkLst>
            <pc:docMk/>
            <pc:sldMk cId="4062919655" sldId="389"/>
            <ac:spMk id="7" creationId="{7D6F52A3-C423-E429-C00E-6DA2A87391E4}"/>
          </ac:spMkLst>
        </pc:spChg>
        <pc:spChg chg="mod">
          <ac:chgData name="Rafsanul Hasan" userId="229fc3553e4519d4" providerId="LiveId" clId="{5F5FE466-BA34-494F-AD44-0AB6F3856034}" dt="2026-07-31T17:58:19.487" v="74" actId="1076"/>
          <ac:spMkLst>
            <pc:docMk/>
            <pc:sldMk cId="4062919655" sldId="389"/>
            <ac:spMk id="11" creationId="{22105EA8-50B9-1A04-CDA0-CD6C74BEA9F5}"/>
          </ac:spMkLst>
        </pc:spChg>
        <pc:spChg chg="mod">
          <ac:chgData name="Rafsanul Hasan" userId="229fc3553e4519d4" providerId="LiveId" clId="{5F5FE466-BA34-494F-AD44-0AB6F3856034}" dt="2026-07-31T17:58:11.617" v="72" actId="1037"/>
          <ac:spMkLst>
            <pc:docMk/>
            <pc:sldMk cId="4062919655" sldId="389"/>
            <ac:spMk id="980" creationId="{13B7CF06-8A11-4898-5833-E874F2175602}"/>
          </ac:spMkLst>
        </pc:spChg>
        <pc:spChg chg="mod">
          <ac:chgData name="Rafsanul Hasan" userId="229fc3553e4519d4" providerId="LiveId" clId="{5F5FE466-BA34-494F-AD44-0AB6F3856034}" dt="2026-07-31T17:58:11.617" v="72" actId="1037"/>
          <ac:spMkLst>
            <pc:docMk/>
            <pc:sldMk cId="4062919655" sldId="389"/>
            <ac:spMk id="981" creationId="{13B7CF06-8A11-4898-5833-E874F2175602}"/>
          </ac:spMkLst>
        </pc:spChg>
        <pc:spChg chg="mod">
          <ac:chgData name="Rafsanul Hasan" userId="229fc3553e4519d4" providerId="LiveId" clId="{5F5FE466-BA34-494F-AD44-0AB6F3856034}" dt="2026-07-31T17:58:11.617" v="72" actId="1037"/>
          <ac:spMkLst>
            <pc:docMk/>
            <pc:sldMk cId="4062919655" sldId="389"/>
            <ac:spMk id="982" creationId="{13B7CF06-8A11-4898-5833-E874F2175602}"/>
          </ac:spMkLst>
        </pc:spChg>
        <pc:spChg chg="mod">
          <ac:chgData name="Rafsanul Hasan" userId="229fc3553e4519d4" providerId="LiveId" clId="{5F5FE466-BA34-494F-AD44-0AB6F3856034}" dt="2026-07-31T17:56:08.033" v="21" actId="1037"/>
          <ac:spMkLst>
            <pc:docMk/>
            <pc:sldMk cId="4062919655" sldId="389"/>
            <ac:spMk id="1016" creationId="{6F03CF9A-94DB-4360-5490-8CFA120B1BA2}"/>
          </ac:spMkLst>
        </pc:spChg>
        <pc:cxnChg chg="mod">
          <ac:chgData name="Rafsanul Hasan" userId="229fc3553e4519d4" providerId="LiveId" clId="{5F5FE466-BA34-494F-AD44-0AB6F3856034}" dt="2026-07-31T17:58:11.617" v="72" actId="1037"/>
          <ac:cxnSpMkLst>
            <pc:docMk/>
            <pc:sldMk cId="4062919655" sldId="389"/>
            <ac:cxnSpMk id="914" creationId="{00000000-0000-0000-0000-000000000000}"/>
          </ac:cxnSpMkLst>
        </pc:cxnChg>
        <pc:cxnChg chg="mod">
          <ac:chgData name="Rafsanul Hasan" userId="229fc3553e4519d4" providerId="LiveId" clId="{5F5FE466-BA34-494F-AD44-0AB6F3856034}" dt="2026-07-31T17:58:11.617" v="72" actId="1037"/>
          <ac:cxnSpMkLst>
            <pc:docMk/>
            <pc:sldMk cId="4062919655" sldId="389"/>
            <ac:cxnSpMk id="915" creationId="{00000000-0000-0000-0000-000000000000}"/>
          </ac:cxnSpMkLst>
        </pc:cxnChg>
        <pc:cxnChg chg="mod">
          <ac:chgData name="Rafsanul Hasan" userId="229fc3553e4519d4" providerId="LiveId" clId="{5F5FE466-BA34-494F-AD44-0AB6F3856034}" dt="2026-07-31T17:58:11.617" v="72" actId="1037"/>
          <ac:cxnSpMkLst>
            <pc:docMk/>
            <pc:sldMk cId="4062919655" sldId="389"/>
            <ac:cxnSpMk id="916" creationId="{00000000-0000-0000-0000-000000000000}"/>
          </ac:cxnSpMkLst>
        </pc:cxnChg>
        <pc:cxnChg chg="mod">
          <ac:chgData name="Rafsanul Hasan" userId="229fc3553e4519d4" providerId="LiveId" clId="{5F5FE466-BA34-494F-AD44-0AB6F3856034}" dt="2026-07-31T17:56:22.736" v="22" actId="14100"/>
          <ac:cxnSpMkLst>
            <pc:docMk/>
            <pc:sldMk cId="4062919655" sldId="389"/>
            <ac:cxnSpMk id="988" creationId="{CC1A6FE0-A7B9-34E5-881D-871E3EC06B88}"/>
          </ac:cxnSpMkLst>
        </pc:cxnChg>
        <pc:cxnChg chg="mod">
          <ac:chgData name="Rafsanul Hasan" userId="229fc3553e4519d4" providerId="LiveId" clId="{5F5FE466-BA34-494F-AD44-0AB6F3856034}" dt="2026-07-31T17:57:54.285" v="24" actId="14100"/>
          <ac:cxnSpMkLst>
            <pc:docMk/>
            <pc:sldMk cId="4062919655" sldId="389"/>
            <ac:cxnSpMk id="1000" creationId="{4579F521-D2F0-1FE5-DBA6-7FC81B31F093}"/>
          </ac:cxnSpMkLst>
        </pc:cxnChg>
      </pc:sldChg>
      <pc:sldChg chg="modSp add mod">
        <pc:chgData name="Rafsanul Hasan" userId="229fc3553e4519d4" providerId="LiveId" clId="{5F5FE466-BA34-494F-AD44-0AB6F3856034}" dt="2026-07-31T22:15:03.216" v="92"/>
        <pc:sldMkLst>
          <pc:docMk/>
          <pc:sldMk cId="2609702011" sldId="390"/>
        </pc:sldMkLst>
        <pc:spChg chg="mod">
          <ac:chgData name="Rafsanul Hasan" userId="229fc3553e4519d4" providerId="LiveId" clId="{5F5FE466-BA34-494F-AD44-0AB6F3856034}" dt="2026-07-31T22:15:03.216" v="92"/>
          <ac:spMkLst>
            <pc:docMk/>
            <pc:sldMk cId="2609702011" sldId="390"/>
            <ac:spMk id="1016" creationId="{6F03CF9A-94DB-4360-5490-8CFA120B1BA2}"/>
          </ac:spMkLst>
        </pc:spChg>
      </pc:sldChg>
      <pc:sldChg chg="delSp add del mod">
        <pc:chgData name="Rafsanul Hasan" userId="229fc3553e4519d4" providerId="LiveId" clId="{5F5FE466-BA34-494F-AD44-0AB6F3856034}" dt="2026-07-31T22:39:44.491" v="132"/>
        <pc:sldMkLst>
          <pc:docMk/>
          <pc:sldMk cId="2462439678" sldId="391"/>
        </pc:sldMkLst>
        <pc:spChg chg="del">
          <ac:chgData name="Rafsanul Hasan" userId="229fc3553e4519d4" providerId="LiveId" clId="{5F5FE466-BA34-494F-AD44-0AB6F3856034}" dt="2026-07-31T22:36:14.979" v="94"/>
          <ac:spMkLst>
            <pc:docMk/>
            <pc:sldMk cId="2462439678" sldId="391"/>
            <ac:spMk id="14" creationId="{00000000-0000-0000-0000-000000000000}"/>
          </ac:spMkLst>
        </pc:spChg>
        <pc:spChg chg="del">
          <ac:chgData name="Rafsanul Hasan" userId="229fc3553e4519d4" providerId="LiveId" clId="{5F5FE466-BA34-494F-AD44-0AB6F3856034}" dt="2026-07-31T22:36:14.979" v="95"/>
          <ac:spMkLst>
            <pc:docMk/>
            <pc:sldMk cId="2462439678" sldId="391"/>
            <ac:spMk id="15" creationId="{00000000-0000-0000-0000-000000000000}"/>
          </ac:spMkLst>
        </pc:spChg>
        <pc:spChg chg="del">
          <ac:chgData name="Rafsanul Hasan" userId="229fc3553e4519d4" providerId="LiveId" clId="{5F5FE466-BA34-494F-AD44-0AB6F3856034}" dt="2026-07-31T22:36:14.979" v="96"/>
          <ac:spMkLst>
            <pc:docMk/>
            <pc:sldMk cId="2462439678" sldId="391"/>
            <ac:spMk id="16" creationId="{00000000-0000-0000-0000-000000000000}"/>
          </ac:spMkLst>
        </pc:spChg>
        <pc:spChg chg="del">
          <ac:chgData name="Rafsanul Hasan" userId="229fc3553e4519d4" providerId="LiveId" clId="{5F5FE466-BA34-494F-AD44-0AB6F3856034}" dt="2026-07-31T22:36:14.980" v="97"/>
          <ac:spMkLst>
            <pc:docMk/>
            <pc:sldMk cId="2462439678" sldId="391"/>
            <ac:spMk id="18" creationId="{00000000-0000-0000-0000-000000000000}"/>
          </ac:spMkLst>
        </pc:spChg>
        <pc:spChg chg="del">
          <ac:chgData name="Rafsanul Hasan" userId="229fc3553e4519d4" providerId="LiveId" clId="{5F5FE466-BA34-494F-AD44-0AB6F3856034}" dt="2026-07-31T22:36:14.980" v="98"/>
          <ac:spMkLst>
            <pc:docMk/>
            <pc:sldMk cId="2462439678" sldId="391"/>
            <ac:spMk id="19" creationId="{00000000-0000-0000-0000-000000000000}"/>
          </ac:spMkLst>
        </pc:spChg>
        <pc:spChg chg="del">
          <ac:chgData name="Rafsanul Hasan" userId="229fc3553e4519d4" providerId="LiveId" clId="{5F5FE466-BA34-494F-AD44-0AB6F3856034}" dt="2026-07-31T22:36:14.980" v="99"/>
          <ac:spMkLst>
            <pc:docMk/>
            <pc:sldMk cId="2462439678" sldId="391"/>
            <ac:spMk id="20" creationId="{00000000-0000-0000-0000-000000000000}"/>
          </ac:spMkLst>
        </pc:spChg>
        <pc:spChg chg="del">
          <ac:chgData name="Rafsanul Hasan" userId="229fc3553e4519d4" providerId="LiveId" clId="{5F5FE466-BA34-494F-AD44-0AB6F3856034}" dt="2026-07-31T22:36:14.980" v="100"/>
          <ac:spMkLst>
            <pc:docMk/>
            <pc:sldMk cId="2462439678" sldId="391"/>
            <ac:spMk id="22" creationId="{00000000-0000-0000-0000-000000000000}"/>
          </ac:spMkLst>
        </pc:spChg>
        <pc:spChg chg="del">
          <ac:chgData name="Rafsanul Hasan" userId="229fc3553e4519d4" providerId="LiveId" clId="{5F5FE466-BA34-494F-AD44-0AB6F3856034}" dt="2026-07-31T22:36:14.981" v="101"/>
          <ac:spMkLst>
            <pc:docMk/>
            <pc:sldMk cId="2462439678" sldId="391"/>
            <ac:spMk id="23" creationId="{00000000-0000-0000-0000-000000000000}"/>
          </ac:spMkLst>
        </pc:spChg>
        <pc:spChg chg="del">
          <ac:chgData name="Rafsanul Hasan" userId="229fc3553e4519d4" providerId="LiveId" clId="{5F5FE466-BA34-494F-AD44-0AB6F3856034}" dt="2026-07-31T22:36:14.981" v="102"/>
          <ac:spMkLst>
            <pc:docMk/>
            <pc:sldMk cId="2462439678" sldId="391"/>
            <ac:spMk id="24" creationId="{00000000-0000-0000-0000-000000000000}"/>
          </ac:spMkLst>
        </pc:spChg>
        <pc:spChg chg="del">
          <ac:chgData name="Rafsanul Hasan" userId="229fc3553e4519d4" providerId="LiveId" clId="{5F5FE466-BA34-494F-AD44-0AB6F3856034}" dt="2026-07-31T22:36:14.981" v="103"/>
          <ac:spMkLst>
            <pc:docMk/>
            <pc:sldMk cId="2462439678" sldId="391"/>
            <ac:spMk id="25" creationId="{00000000-0000-0000-0000-000000000000}"/>
          </ac:spMkLst>
        </pc:spChg>
        <pc:spChg chg="del">
          <ac:chgData name="Rafsanul Hasan" userId="229fc3553e4519d4" providerId="LiveId" clId="{5F5FE466-BA34-494F-AD44-0AB6F3856034}" dt="2026-07-31T22:36:14.982" v="104"/>
          <ac:spMkLst>
            <pc:docMk/>
            <pc:sldMk cId="2462439678" sldId="391"/>
            <ac:spMk id="26" creationId="{00000000-0000-0000-0000-000000000000}"/>
          </ac:spMkLst>
        </pc:spChg>
        <pc:spChg chg="del">
          <ac:chgData name="Rafsanul Hasan" userId="229fc3553e4519d4" providerId="LiveId" clId="{5F5FE466-BA34-494F-AD44-0AB6F3856034}" dt="2026-07-31T22:36:14.982" v="105"/>
          <ac:spMkLst>
            <pc:docMk/>
            <pc:sldMk cId="2462439678" sldId="391"/>
            <ac:spMk id="27" creationId="{00000000-0000-0000-0000-000000000000}"/>
          </ac:spMkLst>
        </pc:spChg>
        <pc:spChg chg="del">
          <ac:chgData name="Rafsanul Hasan" userId="229fc3553e4519d4" providerId="LiveId" clId="{5F5FE466-BA34-494F-AD44-0AB6F3856034}" dt="2026-07-31T22:36:14.982" v="106"/>
          <ac:spMkLst>
            <pc:docMk/>
            <pc:sldMk cId="2462439678" sldId="391"/>
            <ac:spMk id="28" creationId="{00000000-0000-0000-0000-000000000000}"/>
          </ac:spMkLst>
        </pc:spChg>
        <pc:spChg chg="del">
          <ac:chgData name="Rafsanul Hasan" userId="229fc3553e4519d4" providerId="LiveId" clId="{5F5FE466-BA34-494F-AD44-0AB6F3856034}" dt="2026-07-31T22:36:14.982" v="107"/>
          <ac:spMkLst>
            <pc:docMk/>
            <pc:sldMk cId="2462439678" sldId="391"/>
            <ac:spMk id="29" creationId="{00000000-0000-0000-0000-000000000000}"/>
          </ac:spMkLst>
        </pc:spChg>
        <pc:spChg chg="del">
          <ac:chgData name="Rafsanul Hasan" userId="229fc3553e4519d4" providerId="LiveId" clId="{5F5FE466-BA34-494F-AD44-0AB6F3856034}" dt="2026-07-31T22:36:14.982" v="108"/>
          <ac:spMkLst>
            <pc:docMk/>
            <pc:sldMk cId="2462439678" sldId="391"/>
            <ac:spMk id="200" creationId="{00000000-0000-0000-0000-000000000000}"/>
          </ac:spMkLst>
        </pc:spChg>
        <pc:spChg chg="del">
          <ac:chgData name="Rafsanul Hasan" userId="229fc3553e4519d4" providerId="LiveId" clId="{5F5FE466-BA34-494F-AD44-0AB6F3856034}" dt="2026-07-31T22:36:14.983" v="109"/>
          <ac:spMkLst>
            <pc:docMk/>
            <pc:sldMk cId="2462439678" sldId="391"/>
            <ac:spMk id="201" creationId="{00000000-0000-0000-0000-000000000000}"/>
          </ac:spMkLst>
        </pc:spChg>
        <pc:spChg chg="del">
          <ac:chgData name="Rafsanul Hasan" userId="229fc3553e4519d4" providerId="LiveId" clId="{5F5FE466-BA34-494F-AD44-0AB6F3856034}" dt="2026-07-31T22:36:14.983" v="110"/>
          <ac:spMkLst>
            <pc:docMk/>
            <pc:sldMk cId="2462439678" sldId="391"/>
            <ac:spMk id="202" creationId="{00000000-0000-0000-0000-000000000000}"/>
          </ac:spMkLst>
        </pc:spChg>
        <pc:spChg chg="del">
          <ac:chgData name="Rafsanul Hasan" userId="229fc3553e4519d4" providerId="LiveId" clId="{5F5FE466-BA34-494F-AD44-0AB6F3856034}" dt="2026-07-31T22:36:14.983" v="111"/>
          <ac:spMkLst>
            <pc:docMk/>
            <pc:sldMk cId="2462439678" sldId="391"/>
            <ac:spMk id="203" creationId="{00000000-0000-0000-0000-000000000000}"/>
          </ac:spMkLst>
        </pc:spChg>
        <pc:spChg chg="del">
          <ac:chgData name="Rafsanul Hasan" userId="229fc3553e4519d4" providerId="LiveId" clId="{5F5FE466-BA34-494F-AD44-0AB6F3856034}" dt="2026-07-31T22:36:14.983" v="112"/>
          <ac:spMkLst>
            <pc:docMk/>
            <pc:sldMk cId="2462439678" sldId="391"/>
            <ac:spMk id="204" creationId="{00000000-0000-0000-0000-000000000000}"/>
          </ac:spMkLst>
        </pc:spChg>
        <pc:spChg chg="del">
          <ac:chgData name="Rafsanul Hasan" userId="229fc3553e4519d4" providerId="LiveId" clId="{5F5FE466-BA34-494F-AD44-0AB6F3856034}" dt="2026-07-31T22:36:14.984" v="113"/>
          <ac:spMkLst>
            <pc:docMk/>
            <pc:sldMk cId="2462439678" sldId="391"/>
            <ac:spMk id="205" creationId="{00000000-0000-0000-0000-000000000000}"/>
          </ac:spMkLst>
        </pc:spChg>
        <pc:spChg chg="del">
          <ac:chgData name="Rafsanul Hasan" userId="229fc3553e4519d4" providerId="LiveId" clId="{5F5FE466-BA34-494F-AD44-0AB6F3856034}" dt="2026-07-31T22:36:14.984" v="114"/>
          <ac:spMkLst>
            <pc:docMk/>
            <pc:sldMk cId="2462439678" sldId="391"/>
            <ac:spMk id="206" creationId="{00000000-0000-0000-0000-000000000000}"/>
          </ac:spMkLst>
        </pc:spChg>
        <pc:spChg chg="del">
          <ac:chgData name="Rafsanul Hasan" userId="229fc3553e4519d4" providerId="LiveId" clId="{5F5FE466-BA34-494F-AD44-0AB6F3856034}" dt="2026-07-31T22:36:14.984" v="115"/>
          <ac:spMkLst>
            <pc:docMk/>
            <pc:sldMk cId="2462439678" sldId="391"/>
            <ac:spMk id="207" creationId="{00000000-0000-0000-0000-000000000000}"/>
          </ac:spMkLst>
        </pc:spChg>
        <pc:spChg chg="del">
          <ac:chgData name="Rafsanul Hasan" userId="229fc3553e4519d4" providerId="LiveId" clId="{5F5FE466-BA34-494F-AD44-0AB6F3856034}" dt="2026-07-31T22:36:14.984" v="116"/>
          <ac:spMkLst>
            <pc:docMk/>
            <pc:sldMk cId="2462439678" sldId="391"/>
            <ac:spMk id="208" creationId="{00000000-0000-0000-0000-000000000000}"/>
          </ac:spMkLst>
        </pc:spChg>
        <pc:spChg chg="del">
          <ac:chgData name="Rafsanul Hasan" userId="229fc3553e4519d4" providerId="LiveId" clId="{5F5FE466-BA34-494F-AD44-0AB6F3856034}" dt="2026-07-31T22:36:14.984" v="117"/>
          <ac:spMkLst>
            <pc:docMk/>
            <pc:sldMk cId="2462439678" sldId="391"/>
            <ac:spMk id="400" creationId="{00000000-0000-0000-0000-000000000000}"/>
          </ac:spMkLst>
        </pc:spChg>
        <pc:spChg chg="del">
          <ac:chgData name="Rafsanul Hasan" userId="229fc3553e4519d4" providerId="LiveId" clId="{5F5FE466-BA34-494F-AD44-0AB6F3856034}" dt="2026-07-31T22:36:14.984" v="118"/>
          <ac:spMkLst>
            <pc:docMk/>
            <pc:sldMk cId="2462439678" sldId="391"/>
            <ac:spMk id="401" creationId="{00000000-0000-0000-0000-000000000000}"/>
          </ac:spMkLst>
        </pc:spChg>
        <pc:spChg chg="del">
          <ac:chgData name="Rafsanul Hasan" userId="229fc3553e4519d4" providerId="LiveId" clId="{5F5FE466-BA34-494F-AD44-0AB6F3856034}" dt="2026-07-31T22:36:14.984" v="119"/>
          <ac:spMkLst>
            <pc:docMk/>
            <pc:sldMk cId="2462439678" sldId="391"/>
            <ac:spMk id="402" creationId="{00000000-0000-0000-0000-000000000000}"/>
          </ac:spMkLst>
        </pc:spChg>
        <pc:spChg chg="del">
          <ac:chgData name="Rafsanul Hasan" userId="229fc3553e4519d4" providerId="LiveId" clId="{5F5FE466-BA34-494F-AD44-0AB6F3856034}" dt="2026-07-31T22:36:14.986" v="120"/>
          <ac:spMkLst>
            <pc:docMk/>
            <pc:sldMk cId="2462439678" sldId="391"/>
            <ac:spMk id="403" creationId="{00000000-0000-0000-0000-000000000000}"/>
          </ac:spMkLst>
        </pc:spChg>
        <pc:spChg chg="del">
          <ac:chgData name="Rafsanul Hasan" userId="229fc3553e4519d4" providerId="LiveId" clId="{5F5FE466-BA34-494F-AD44-0AB6F3856034}" dt="2026-07-31T22:36:14.986" v="121"/>
          <ac:spMkLst>
            <pc:docMk/>
            <pc:sldMk cId="2462439678" sldId="391"/>
            <ac:spMk id="404" creationId="{00000000-0000-0000-0000-000000000000}"/>
          </ac:spMkLst>
        </pc:spChg>
        <pc:spChg chg="del">
          <ac:chgData name="Rafsanul Hasan" userId="229fc3553e4519d4" providerId="LiveId" clId="{5F5FE466-BA34-494F-AD44-0AB6F3856034}" dt="2026-07-31T22:36:14.986" v="122"/>
          <ac:spMkLst>
            <pc:docMk/>
            <pc:sldMk cId="2462439678" sldId="391"/>
            <ac:spMk id="500" creationId="{00000000-0000-0000-0000-000000000000}"/>
          </ac:spMkLst>
        </pc:spChg>
        <pc:spChg chg="del">
          <ac:chgData name="Rafsanul Hasan" userId="229fc3553e4519d4" providerId="LiveId" clId="{5F5FE466-BA34-494F-AD44-0AB6F3856034}" dt="2026-07-31T22:36:14.986" v="123"/>
          <ac:spMkLst>
            <pc:docMk/>
            <pc:sldMk cId="2462439678" sldId="391"/>
            <ac:spMk id="501" creationId="{00000000-0000-0000-0000-000000000000}"/>
          </ac:spMkLst>
        </pc:spChg>
        <pc:spChg chg="del">
          <ac:chgData name="Rafsanul Hasan" userId="229fc3553e4519d4" providerId="LiveId" clId="{5F5FE466-BA34-494F-AD44-0AB6F3856034}" dt="2026-07-31T22:36:14.987" v="124"/>
          <ac:spMkLst>
            <pc:docMk/>
            <pc:sldMk cId="2462439678" sldId="391"/>
            <ac:spMk id="502" creationId="{00000000-0000-0000-0000-000000000000}"/>
          </ac:spMkLst>
        </pc:spChg>
        <pc:spChg chg="del">
          <ac:chgData name="Rafsanul Hasan" userId="229fc3553e4519d4" providerId="LiveId" clId="{5F5FE466-BA34-494F-AD44-0AB6F3856034}" dt="2026-07-31T22:36:14.987" v="125"/>
          <ac:spMkLst>
            <pc:docMk/>
            <pc:sldMk cId="2462439678" sldId="391"/>
            <ac:spMk id="503" creationId="{00000000-0000-0000-0000-000000000000}"/>
          </ac:spMkLst>
        </pc:spChg>
        <pc:spChg chg="del">
          <ac:chgData name="Rafsanul Hasan" userId="229fc3553e4519d4" providerId="LiveId" clId="{5F5FE466-BA34-494F-AD44-0AB6F3856034}" dt="2026-07-31T22:36:14.987" v="126"/>
          <ac:spMkLst>
            <pc:docMk/>
            <pc:sldMk cId="2462439678" sldId="391"/>
            <ac:spMk id="504" creationId="{00000000-0000-0000-0000-000000000000}"/>
          </ac:spMkLst>
        </pc:spChg>
        <pc:spChg chg="del">
          <ac:chgData name="Rafsanul Hasan" userId="229fc3553e4519d4" providerId="LiveId" clId="{5F5FE466-BA34-494F-AD44-0AB6F3856034}" dt="2026-07-31T22:36:14.987" v="127"/>
          <ac:spMkLst>
            <pc:docMk/>
            <pc:sldMk cId="2462439678" sldId="391"/>
            <ac:spMk id="505" creationId="{00000000-0000-0000-0000-000000000000}"/>
          </ac:spMkLst>
        </pc:spChg>
        <pc:spChg chg="del">
          <ac:chgData name="Rafsanul Hasan" userId="229fc3553e4519d4" providerId="LiveId" clId="{5F5FE466-BA34-494F-AD44-0AB6F3856034}" dt="2026-07-31T22:36:14.987" v="128"/>
          <ac:spMkLst>
            <pc:docMk/>
            <pc:sldMk cId="2462439678" sldId="391"/>
            <ac:spMk id="507" creationId="{00000000-0000-0000-0000-000000000000}"/>
          </ac:spMkLst>
        </pc:spChg>
        <pc:spChg chg="del">
          <ac:chgData name="Rafsanul Hasan" userId="229fc3553e4519d4" providerId="LiveId" clId="{5F5FE466-BA34-494F-AD44-0AB6F3856034}" dt="2026-07-31T22:36:14.988" v="129"/>
          <ac:spMkLst>
            <pc:docMk/>
            <pc:sldMk cId="2462439678" sldId="391"/>
            <ac:spMk id="508" creationId="{00000000-0000-0000-0000-000000000000}"/>
          </ac:spMkLst>
        </pc:spChg>
        <pc:spChg chg="del">
          <ac:chgData name="Rafsanul Hasan" userId="229fc3553e4519d4" providerId="LiveId" clId="{5F5FE466-BA34-494F-AD44-0AB6F3856034}" dt="2026-07-31T22:36:14.988" v="130"/>
          <ac:spMkLst>
            <pc:docMk/>
            <pc:sldMk cId="2462439678" sldId="391"/>
            <ac:spMk id="509" creationId="{00000000-0000-0000-0000-000000000000}"/>
          </ac:spMkLst>
        </pc:spChg>
      </pc:sldChg>
      <pc:sldChg chg="add del">
        <pc:chgData name="Rafsanul Hasan" userId="229fc3553e4519d4" providerId="LiveId" clId="{5F5FE466-BA34-494F-AD44-0AB6F3856034}" dt="2026-07-31T22:44:14.655" v="134"/>
        <pc:sldMkLst>
          <pc:docMk/>
          <pc:sldMk cId="3705366131" sldId="392"/>
        </pc:sldMkLst>
      </pc:sldChg>
      <pc:sldChg chg="add del">
        <pc:chgData name="Rafsanul Hasan" userId="229fc3553e4519d4" providerId="LiveId" clId="{5F5FE466-BA34-494F-AD44-0AB6F3856034}" dt="2026-07-31T22:45:35.051" v="136"/>
        <pc:sldMkLst>
          <pc:docMk/>
          <pc:sldMk cId="2937985296" sldId="393"/>
        </pc:sldMkLst>
      </pc:sldChg>
      <pc:sldChg chg="add del">
        <pc:chgData name="Rafsanul Hasan" userId="229fc3553e4519d4" providerId="LiveId" clId="{5F5FE466-BA34-494F-AD44-0AB6F3856034}" dt="2026-07-31T22:47:00.997" v="138"/>
        <pc:sldMkLst>
          <pc:docMk/>
          <pc:sldMk cId="2851817197" sldId="394"/>
        </pc:sldMkLst>
      </pc:sldChg>
      <pc:sldChg chg="modSp add del mod ord">
        <pc:chgData name="Rafsanul Hasan" userId="229fc3553e4519d4" providerId="LiveId" clId="{5F5FE466-BA34-494F-AD44-0AB6F3856034}" dt="2026-08-01T05:37:35.966" v="1545"/>
        <pc:sldMkLst>
          <pc:docMk/>
          <pc:sldMk cId="841220200" sldId="395"/>
        </pc:sldMkLst>
        <pc:spChg chg="mod">
          <ac:chgData name="Rafsanul Hasan" userId="229fc3553e4519d4" providerId="LiveId" clId="{5F5FE466-BA34-494F-AD44-0AB6F3856034}" dt="2026-08-01T04:24:05.963" v="1126" actId="1036"/>
          <ac:spMkLst>
            <pc:docMk/>
            <pc:sldMk cId="841220200" sldId="395"/>
            <ac:spMk id="12" creationId="{00000000-0000-0000-0000-000000000000}"/>
          </ac:spMkLst>
        </pc:spChg>
        <pc:spChg chg="mod">
          <ac:chgData name="Rafsanul Hasan" userId="229fc3553e4519d4" providerId="LiveId" clId="{5F5FE466-BA34-494F-AD44-0AB6F3856034}" dt="2026-08-01T05:30:47.337" v="1527" actId="20577"/>
          <ac:spMkLst>
            <pc:docMk/>
            <pc:sldMk cId="841220200" sldId="395"/>
            <ac:spMk id="611" creationId="{00000000-0000-0000-0000-000000000000}"/>
          </ac:spMkLst>
        </pc:spChg>
        <pc:spChg chg="mod">
          <ac:chgData name="Rafsanul Hasan" userId="229fc3553e4519d4" providerId="LiveId" clId="{5F5FE466-BA34-494F-AD44-0AB6F3856034}" dt="2026-08-01T05:31:05.669" v="1543" actId="20577"/>
          <ac:spMkLst>
            <pc:docMk/>
            <pc:sldMk cId="841220200" sldId="395"/>
            <ac:spMk id="618" creationId="{00000000-0000-0000-0000-000000000000}"/>
          </ac:spMkLst>
        </pc:spChg>
      </pc:sldChg>
      <pc:sldChg chg="addSp modSp new del mod ord">
        <pc:chgData name="Rafsanul Hasan" userId="229fc3553e4519d4" providerId="LiveId" clId="{5F5FE466-BA34-494F-AD44-0AB6F3856034}" dt="2026-08-01T04:29:04.868" v="1128"/>
        <pc:sldMkLst>
          <pc:docMk/>
          <pc:sldMk cId="2552319125" sldId="396"/>
        </pc:sldMkLst>
        <pc:spChg chg="add mod">
          <ac:chgData name="Rafsanul Hasan" userId="229fc3553e4519d4" providerId="LiveId" clId="{5F5FE466-BA34-494F-AD44-0AB6F3856034}" dt="2026-07-31T23:10:55.638" v="167" actId="1076"/>
          <ac:spMkLst>
            <pc:docMk/>
            <pc:sldMk cId="2552319125" sldId="396"/>
            <ac:spMk id="2" creationId="{288828FF-3869-9225-8F5C-35844D62CCB0}"/>
          </ac:spMkLst>
        </pc:spChg>
        <pc:spChg chg="add mod">
          <ac:chgData name="Rafsanul Hasan" userId="229fc3553e4519d4" providerId="LiveId" clId="{5F5FE466-BA34-494F-AD44-0AB6F3856034}" dt="2026-07-31T23:23:10.476" v="1095" actId="20577"/>
          <ac:spMkLst>
            <pc:docMk/>
            <pc:sldMk cId="2552319125" sldId="396"/>
            <ac:spMk id="3" creationId="{7393955C-5535-1028-6401-746E56EF2B64}"/>
          </ac:spMkLst>
        </pc:spChg>
        <pc:spChg chg="add mod">
          <ac:chgData name="Rafsanul Hasan" userId="229fc3553e4519d4" providerId="LiveId" clId="{5F5FE466-BA34-494F-AD44-0AB6F3856034}" dt="2026-07-31T23:13:28.129" v="338" actId="20577"/>
          <ac:spMkLst>
            <pc:docMk/>
            <pc:sldMk cId="2552319125" sldId="396"/>
            <ac:spMk id="4" creationId="{006C12AE-B948-77F3-546E-DE1B1BCA05BA}"/>
          </ac:spMkLst>
        </pc:spChg>
        <pc:spChg chg="add mod">
          <ac:chgData name="Rafsanul Hasan" userId="229fc3553e4519d4" providerId="LiveId" clId="{5F5FE466-BA34-494F-AD44-0AB6F3856034}" dt="2026-07-31T23:44:58.063" v="1115" actId="33524"/>
          <ac:spMkLst>
            <pc:docMk/>
            <pc:sldMk cId="2552319125" sldId="396"/>
            <ac:spMk id="6" creationId="{F8199F44-9633-BAC2-20A0-80C6E0345ACE}"/>
          </ac:spMkLst>
        </pc:spChg>
      </pc:sldChg>
      <pc:sldChg chg="modSp add mod">
        <pc:chgData name="Rafsanul Hasan" userId="229fc3553e4519d4" providerId="LiveId" clId="{5F5FE466-BA34-494F-AD44-0AB6F3856034}" dt="2026-08-01T05:24:04.748" v="1468" actId="20577"/>
        <pc:sldMkLst>
          <pc:docMk/>
          <pc:sldMk cId="161659573" sldId="397"/>
        </pc:sldMkLst>
        <pc:spChg chg="mod">
          <ac:chgData name="Rafsanul Hasan" userId="229fc3553e4519d4" providerId="LiveId" clId="{5F5FE466-BA34-494F-AD44-0AB6F3856034}" dt="2026-08-01T05:24:04.748" v="1468" actId="20577"/>
          <ac:spMkLst>
            <pc:docMk/>
            <pc:sldMk cId="161659573" sldId="397"/>
            <ac:spMk id="2" creationId="{288828FF-3869-9225-8F5C-35844D62CCB0}"/>
          </ac:spMkLst>
        </pc:spChg>
        <pc:spChg chg="mod">
          <ac:chgData name="Rafsanul Hasan" userId="229fc3553e4519d4" providerId="LiveId" clId="{5F5FE466-BA34-494F-AD44-0AB6F3856034}" dt="2026-08-01T04:29:05.392" v="1134"/>
          <ac:spMkLst>
            <pc:docMk/>
            <pc:sldMk cId="161659573" sldId="397"/>
            <ac:spMk id="3" creationId="{7393955C-5535-1028-6401-746E56EF2B64}"/>
          </ac:spMkLst>
        </pc:spChg>
        <pc:spChg chg="mod">
          <ac:chgData name="Rafsanul Hasan" userId="229fc3553e4519d4" providerId="LiveId" clId="{5F5FE466-BA34-494F-AD44-0AB6F3856034}" dt="2026-08-01T04:29:32.259" v="1149" actId="20577"/>
          <ac:spMkLst>
            <pc:docMk/>
            <pc:sldMk cId="161659573" sldId="397"/>
            <ac:spMk id="4" creationId="{006C12AE-B948-77F3-546E-DE1B1BCA05BA}"/>
          </ac:spMkLst>
        </pc:spChg>
        <pc:spChg chg="mod">
          <ac:chgData name="Rafsanul Hasan" userId="229fc3553e4519d4" providerId="LiveId" clId="{5F5FE466-BA34-494F-AD44-0AB6F3856034}" dt="2026-08-01T04:29:05.393" v="1136"/>
          <ac:spMkLst>
            <pc:docMk/>
            <pc:sldMk cId="161659573" sldId="397"/>
            <ac:spMk id="6" creationId="{F8199F44-9633-BAC2-20A0-80C6E0345ACE}"/>
          </ac:spMkLst>
        </pc:spChg>
      </pc:sldChg>
      <pc:sldChg chg="add del">
        <pc:chgData name="Rafsanul Hasan" userId="229fc3553e4519d4" providerId="LiveId" clId="{5F5FE466-BA34-494F-AD44-0AB6F3856034}" dt="2026-08-01T04:41:51.912" v="1153"/>
        <pc:sldMkLst>
          <pc:docMk/>
          <pc:sldMk cId="621400867" sldId="398"/>
        </pc:sldMkLst>
      </pc:sldChg>
      <pc:sldChg chg="add del">
        <pc:chgData name="Rafsanul Hasan" userId="229fc3553e4519d4" providerId="LiveId" clId="{5F5FE466-BA34-494F-AD44-0AB6F3856034}" dt="2026-08-01T04:42:29.552" v="1155"/>
        <pc:sldMkLst>
          <pc:docMk/>
          <pc:sldMk cId="1417855175" sldId="399"/>
        </pc:sldMkLst>
      </pc:sldChg>
      <pc:sldChg chg="addSp delSp modSp add del mod">
        <pc:chgData name="Rafsanul Hasan" userId="229fc3553e4519d4" providerId="LiveId" clId="{5F5FE466-BA34-494F-AD44-0AB6F3856034}" dt="2026-08-01T04:48:40.459" v="1211"/>
        <pc:sldMkLst>
          <pc:docMk/>
          <pc:sldMk cId="1773377072" sldId="400"/>
        </pc:sldMkLst>
        <pc:spChg chg="add">
          <ac:chgData name="Rafsanul Hasan" userId="229fc3553e4519d4" providerId="LiveId" clId="{5F5FE466-BA34-494F-AD44-0AB6F3856034}" dt="2026-08-01T04:44:40.914" v="1173" actId="22"/>
          <ac:spMkLst>
            <pc:docMk/>
            <pc:sldMk cId="1773377072" sldId="400"/>
            <ac:spMk id="7" creationId="{920F0DEF-3ECE-92D4-CBD5-5804D578CC3B}"/>
          </ac:spMkLst>
        </pc:spChg>
        <pc:spChg chg="add">
          <ac:chgData name="Rafsanul Hasan" userId="229fc3553e4519d4" providerId="LiveId" clId="{5F5FE466-BA34-494F-AD44-0AB6F3856034}" dt="2026-08-01T04:44:40.914" v="1173" actId="22"/>
          <ac:spMkLst>
            <pc:docMk/>
            <pc:sldMk cId="1773377072" sldId="400"/>
            <ac:spMk id="9" creationId="{E87EFCA2-2176-9258-8F22-975B205E7D42}"/>
          </ac:spMkLst>
        </pc:spChg>
        <pc:spChg chg="del">
          <ac:chgData name="Rafsanul Hasan" userId="229fc3553e4519d4" providerId="LiveId" clId="{5F5FE466-BA34-494F-AD44-0AB6F3856034}" dt="2026-08-01T04:46:21.213" v="1206" actId="478"/>
          <ac:spMkLst>
            <pc:docMk/>
            <pc:sldMk cId="1773377072" sldId="400"/>
            <ac:spMk id="18" creationId="{D7FEF0C1-7C61-4CF3-DE49-DD98A980EF65}"/>
          </ac:spMkLst>
        </pc:spChg>
        <pc:spChg chg="del">
          <ac:chgData name="Rafsanul Hasan" userId="229fc3553e4519d4" providerId="LiveId" clId="{5F5FE466-BA34-494F-AD44-0AB6F3856034}" dt="2026-08-01T04:46:38.647" v="1209" actId="478"/>
          <ac:spMkLst>
            <pc:docMk/>
            <pc:sldMk cId="1773377072" sldId="400"/>
            <ac:spMk id="19" creationId="{7E82BDBF-8627-22D3-2199-ED37E2AD5C98}"/>
          </ac:spMkLst>
        </pc:spChg>
        <pc:spChg chg="add">
          <ac:chgData name="Rafsanul Hasan" userId="229fc3553e4519d4" providerId="LiveId" clId="{5F5FE466-BA34-494F-AD44-0AB6F3856034}" dt="2026-08-01T04:44:40.914" v="1173" actId="22"/>
          <ac:spMkLst>
            <pc:docMk/>
            <pc:sldMk cId="1773377072" sldId="400"/>
            <ac:spMk id="21" creationId="{774ADEB4-9CFE-E5B5-498F-38D3A2192ECD}"/>
          </ac:spMkLst>
        </pc:spChg>
        <pc:spChg chg="del">
          <ac:chgData name="Rafsanul Hasan" userId="229fc3553e4519d4" providerId="LiveId" clId="{5F5FE466-BA34-494F-AD44-0AB6F3856034}" dt="2026-08-01T04:44:39.204" v="1172" actId="478"/>
          <ac:spMkLst>
            <pc:docMk/>
            <pc:sldMk cId="1773377072" sldId="400"/>
            <ac:spMk id="23" creationId="{88589466-EDA1-03E1-0D1A-79275235B949}"/>
          </ac:spMkLst>
        </pc:spChg>
        <pc:spChg chg="del">
          <ac:chgData name="Rafsanul Hasan" userId="229fc3553e4519d4" providerId="LiveId" clId="{5F5FE466-BA34-494F-AD44-0AB6F3856034}" dt="2026-08-01T04:44:39.204" v="1172" actId="478"/>
          <ac:spMkLst>
            <pc:docMk/>
            <pc:sldMk cId="1773377072" sldId="400"/>
            <ac:spMk id="25" creationId="{13B7CF06-8A11-4898-5833-E874F2175602}"/>
          </ac:spMkLst>
        </pc:spChg>
        <pc:spChg chg="del">
          <ac:chgData name="Rafsanul Hasan" userId="229fc3553e4519d4" providerId="LiveId" clId="{5F5FE466-BA34-494F-AD44-0AB6F3856034}" dt="2026-08-01T04:44:39.204" v="1172" actId="478"/>
          <ac:spMkLst>
            <pc:docMk/>
            <pc:sldMk cId="1773377072" sldId="400"/>
            <ac:spMk id="26" creationId="{92C636A0-75AB-66CC-EF77-9C20FC6CF7AE}"/>
          </ac:spMkLst>
        </pc:spChg>
        <pc:spChg chg="del">
          <ac:chgData name="Rafsanul Hasan" userId="229fc3553e4519d4" providerId="LiveId" clId="{5F5FE466-BA34-494F-AD44-0AB6F3856034}" dt="2026-08-01T04:44:39.204" v="1172" actId="478"/>
          <ac:spMkLst>
            <pc:docMk/>
            <pc:sldMk cId="1773377072" sldId="400"/>
            <ac:spMk id="27" creationId="{27D770AD-E116-AF5D-4CAA-3ECBE7D19C18}"/>
          </ac:spMkLst>
        </pc:spChg>
        <pc:spChg chg="del">
          <ac:chgData name="Rafsanul Hasan" userId="229fc3553e4519d4" providerId="LiveId" clId="{5F5FE466-BA34-494F-AD44-0AB6F3856034}" dt="2026-08-01T04:44:39.204" v="1172" actId="478"/>
          <ac:spMkLst>
            <pc:docMk/>
            <pc:sldMk cId="1773377072" sldId="400"/>
            <ac:spMk id="29" creationId="{53AC0026-DB7A-FAFD-F245-A5A5CBC87B0E}"/>
          </ac:spMkLst>
        </pc:spChg>
        <pc:spChg chg="mod">
          <ac:chgData name="Rafsanul Hasan" userId="229fc3553e4519d4" providerId="LiveId" clId="{5F5FE466-BA34-494F-AD44-0AB6F3856034}" dt="2026-08-01T04:45:18.706" v="1177" actId="20577"/>
          <ac:spMkLst>
            <pc:docMk/>
            <pc:sldMk cId="1773377072" sldId="400"/>
            <ac:spMk id="31" creationId="{086BC3A7-F82F-C35C-A4BA-E92702D67295}"/>
          </ac:spMkLst>
        </pc:spChg>
        <pc:spChg chg="add">
          <ac:chgData name="Rafsanul Hasan" userId="229fc3553e4519d4" providerId="LiveId" clId="{5F5FE466-BA34-494F-AD44-0AB6F3856034}" dt="2026-08-01T04:44:40.914" v="1173" actId="22"/>
          <ac:spMkLst>
            <pc:docMk/>
            <pc:sldMk cId="1773377072" sldId="400"/>
            <ac:spMk id="34" creationId="{E8D09FCB-8179-7452-0B88-305AB1C5595D}"/>
          </ac:spMkLst>
        </pc:spChg>
        <pc:spChg chg="add">
          <ac:chgData name="Rafsanul Hasan" userId="229fc3553e4519d4" providerId="LiveId" clId="{5F5FE466-BA34-494F-AD44-0AB6F3856034}" dt="2026-08-01T04:44:40.914" v="1173" actId="22"/>
          <ac:spMkLst>
            <pc:docMk/>
            <pc:sldMk cId="1773377072" sldId="400"/>
            <ac:spMk id="36" creationId="{8F992BEA-E29B-4118-75BF-3C283BB45A5F}"/>
          </ac:spMkLst>
        </pc:spChg>
        <pc:spChg chg="add">
          <ac:chgData name="Rafsanul Hasan" userId="229fc3553e4519d4" providerId="LiveId" clId="{5F5FE466-BA34-494F-AD44-0AB6F3856034}" dt="2026-08-01T04:44:40.914" v="1173" actId="22"/>
          <ac:spMkLst>
            <pc:docMk/>
            <pc:sldMk cId="1773377072" sldId="400"/>
            <ac:spMk id="38" creationId="{1C737080-CD61-FA2E-0269-132C32DA6F65}"/>
          </ac:spMkLst>
        </pc:spChg>
        <pc:spChg chg="add">
          <ac:chgData name="Rafsanul Hasan" userId="229fc3553e4519d4" providerId="LiveId" clId="{5F5FE466-BA34-494F-AD44-0AB6F3856034}" dt="2026-08-01T04:44:40.914" v="1173" actId="22"/>
          <ac:spMkLst>
            <pc:docMk/>
            <pc:sldMk cId="1773377072" sldId="400"/>
            <ac:spMk id="42" creationId="{25FB1B88-23D4-00D9-5F05-BCB38BB31569}"/>
          </ac:spMkLst>
        </pc:spChg>
        <pc:spChg chg="add">
          <ac:chgData name="Rafsanul Hasan" userId="229fc3553e4519d4" providerId="LiveId" clId="{5F5FE466-BA34-494F-AD44-0AB6F3856034}" dt="2026-08-01T04:44:40.914" v="1173" actId="22"/>
          <ac:spMkLst>
            <pc:docMk/>
            <pc:sldMk cId="1773377072" sldId="400"/>
            <ac:spMk id="44" creationId="{0B05F12D-EF57-E159-A15A-D2976B4FF48F}"/>
          </ac:spMkLst>
        </pc:spChg>
        <pc:spChg chg="add">
          <ac:chgData name="Rafsanul Hasan" userId="229fc3553e4519d4" providerId="LiveId" clId="{5F5FE466-BA34-494F-AD44-0AB6F3856034}" dt="2026-08-01T04:44:40.914" v="1173" actId="22"/>
          <ac:spMkLst>
            <pc:docMk/>
            <pc:sldMk cId="1773377072" sldId="400"/>
            <ac:spMk id="46" creationId="{6180C5B0-8C72-CC1A-E66E-4E4D6E68E377}"/>
          </ac:spMkLst>
        </pc:spChg>
        <pc:spChg chg="add">
          <ac:chgData name="Rafsanul Hasan" userId="229fc3553e4519d4" providerId="LiveId" clId="{5F5FE466-BA34-494F-AD44-0AB6F3856034}" dt="2026-08-01T04:44:40.914" v="1173" actId="22"/>
          <ac:spMkLst>
            <pc:docMk/>
            <pc:sldMk cId="1773377072" sldId="400"/>
            <ac:spMk id="48" creationId="{91B8CF7B-7532-98AF-95AA-AE87EB2582FA}"/>
          </ac:spMkLst>
        </pc:spChg>
        <pc:spChg chg="mod">
          <ac:chgData name="Rafsanul Hasan" userId="229fc3553e4519d4" providerId="LiveId" clId="{5F5FE466-BA34-494F-AD44-0AB6F3856034}" dt="2026-08-01T04:45:05.694" v="1175" actId="14100"/>
          <ac:spMkLst>
            <pc:docMk/>
            <pc:sldMk cId="1773377072" sldId="400"/>
            <ac:spMk id="204" creationId="{6FED0EB9-3035-1004-0180-15AB41E4B0BB}"/>
          </ac:spMkLst>
        </pc:spChg>
        <pc:spChg chg="mod">
          <ac:chgData name="Rafsanul Hasan" userId="229fc3553e4519d4" providerId="LiveId" clId="{5F5FE466-BA34-494F-AD44-0AB6F3856034}" dt="2026-08-01T04:44:54.334" v="1174" actId="14100"/>
          <ac:spMkLst>
            <pc:docMk/>
            <pc:sldMk cId="1773377072" sldId="400"/>
            <ac:spMk id="206" creationId="{B3DA3EE9-5C66-E4FB-495E-8B4D333322EF}"/>
          </ac:spMkLst>
        </pc:spChg>
        <pc:spChg chg="del">
          <ac:chgData name="Rafsanul Hasan" userId="229fc3553e4519d4" providerId="LiveId" clId="{5F5FE466-BA34-494F-AD44-0AB6F3856034}" dt="2026-08-01T04:44:39.204" v="1172" actId="478"/>
          <ac:spMkLst>
            <pc:docMk/>
            <pc:sldMk cId="1773377072" sldId="400"/>
            <ac:spMk id="504" creationId="{47CFCBC0-E472-DC7D-45F8-B14FC4416209}"/>
          </ac:spMkLst>
        </pc:spChg>
        <pc:spChg chg="del">
          <ac:chgData name="Rafsanul Hasan" userId="229fc3553e4519d4" providerId="LiveId" clId="{5F5FE466-BA34-494F-AD44-0AB6F3856034}" dt="2026-08-01T04:44:39.204" v="1172" actId="478"/>
          <ac:spMkLst>
            <pc:docMk/>
            <pc:sldMk cId="1773377072" sldId="400"/>
            <ac:spMk id="505" creationId="{262861A1-047D-362E-6849-4056D2CEB7AC}"/>
          </ac:spMkLst>
        </pc:spChg>
        <pc:spChg chg="del">
          <ac:chgData name="Rafsanul Hasan" userId="229fc3553e4519d4" providerId="LiveId" clId="{5F5FE466-BA34-494F-AD44-0AB6F3856034}" dt="2026-08-01T04:44:39.204" v="1172" actId="478"/>
          <ac:spMkLst>
            <pc:docMk/>
            <pc:sldMk cId="1773377072" sldId="400"/>
            <ac:spMk id="507" creationId="{52A092AF-AA95-C3D1-B072-E1F13B510E50}"/>
          </ac:spMkLst>
        </pc:spChg>
        <pc:spChg chg="del">
          <ac:chgData name="Rafsanul Hasan" userId="229fc3553e4519d4" providerId="LiveId" clId="{5F5FE466-BA34-494F-AD44-0AB6F3856034}" dt="2026-08-01T04:44:39.204" v="1172" actId="478"/>
          <ac:spMkLst>
            <pc:docMk/>
            <pc:sldMk cId="1773377072" sldId="400"/>
            <ac:spMk id="508" creationId="{8324E444-DFBF-DD35-C269-0713B9ADD1D5}"/>
          </ac:spMkLst>
        </pc:spChg>
        <pc:spChg chg="del">
          <ac:chgData name="Rafsanul Hasan" userId="229fc3553e4519d4" providerId="LiveId" clId="{5F5FE466-BA34-494F-AD44-0AB6F3856034}" dt="2026-08-01T04:44:39.204" v="1172" actId="478"/>
          <ac:spMkLst>
            <pc:docMk/>
            <pc:sldMk cId="1773377072" sldId="400"/>
            <ac:spMk id="509" creationId="{A2A1CA26-8C9D-1B6E-345C-FB0269E80F8F}"/>
          </ac:spMkLst>
        </pc:spChg>
        <pc:spChg chg="del">
          <ac:chgData name="Rafsanul Hasan" userId="229fc3553e4519d4" providerId="LiveId" clId="{5F5FE466-BA34-494F-AD44-0AB6F3856034}" dt="2026-08-01T04:45:50.531" v="1200" actId="478"/>
          <ac:spMkLst>
            <pc:docMk/>
            <pc:sldMk cId="1773377072" sldId="400"/>
            <ac:spMk id="703" creationId="{3EC34695-A06F-704E-0D59-1F5C0D2BDC21}"/>
          </ac:spMkLst>
        </pc:spChg>
        <pc:spChg chg="del mod">
          <ac:chgData name="Rafsanul Hasan" userId="229fc3553e4519d4" providerId="LiveId" clId="{5F5FE466-BA34-494F-AD44-0AB6F3856034}" dt="2026-08-01T04:46:20.057" v="1205" actId="478"/>
          <ac:spMkLst>
            <pc:docMk/>
            <pc:sldMk cId="1773377072" sldId="400"/>
            <ac:spMk id="705" creationId="{3EC34695-A06F-704E-0D59-1F5C0D2BDC21}"/>
          </ac:spMkLst>
        </pc:spChg>
        <pc:spChg chg="del">
          <ac:chgData name="Rafsanul Hasan" userId="229fc3553e4519d4" providerId="LiveId" clId="{5F5FE466-BA34-494F-AD44-0AB6F3856034}" dt="2026-08-01T04:46:16.914" v="1203" actId="478"/>
          <ac:spMkLst>
            <pc:docMk/>
            <pc:sldMk cId="1773377072" sldId="400"/>
            <ac:spMk id="706" creationId="{3EC34695-A06F-704E-0D59-1F5C0D2BDC21}"/>
          </ac:spMkLst>
        </pc:spChg>
        <pc:spChg chg="del">
          <ac:chgData name="Rafsanul Hasan" userId="229fc3553e4519d4" providerId="LiveId" clId="{5F5FE466-BA34-494F-AD44-0AB6F3856034}" dt="2026-08-01T04:46:16.914" v="1203" actId="478"/>
          <ac:spMkLst>
            <pc:docMk/>
            <pc:sldMk cId="1773377072" sldId="400"/>
            <ac:spMk id="707" creationId="{3EC34695-A06F-704E-0D59-1F5C0D2BDC21}"/>
          </ac:spMkLst>
        </pc:spChg>
        <pc:spChg chg="del">
          <ac:chgData name="Rafsanul Hasan" userId="229fc3553e4519d4" providerId="LiveId" clId="{5F5FE466-BA34-494F-AD44-0AB6F3856034}" dt="2026-08-01T04:45:50.531" v="1200" actId="478"/>
          <ac:spMkLst>
            <pc:docMk/>
            <pc:sldMk cId="1773377072" sldId="400"/>
            <ac:spMk id="708" creationId="{3EC34695-A06F-704E-0D59-1F5C0D2BDC21}"/>
          </ac:spMkLst>
        </pc:spChg>
        <pc:spChg chg="del mod">
          <ac:chgData name="Rafsanul Hasan" userId="229fc3553e4519d4" providerId="LiveId" clId="{5F5FE466-BA34-494F-AD44-0AB6F3856034}" dt="2026-08-01T04:46:16.914" v="1203" actId="478"/>
          <ac:spMkLst>
            <pc:docMk/>
            <pc:sldMk cId="1773377072" sldId="400"/>
            <ac:spMk id="709" creationId="{3EC34695-A06F-704E-0D59-1F5C0D2BDC21}"/>
          </ac:spMkLst>
        </pc:spChg>
        <pc:spChg chg="del">
          <ac:chgData name="Rafsanul Hasan" userId="229fc3553e4519d4" providerId="LiveId" clId="{5F5FE466-BA34-494F-AD44-0AB6F3856034}" dt="2026-08-01T04:45:55.366" v="1201" actId="478"/>
          <ac:spMkLst>
            <pc:docMk/>
            <pc:sldMk cId="1773377072" sldId="400"/>
            <ac:spMk id="713" creationId="{3EC34695-A06F-704E-0D59-1F5C0D2BDC21}"/>
          </ac:spMkLst>
        </pc:spChg>
        <pc:spChg chg="del">
          <ac:chgData name="Rafsanul Hasan" userId="229fc3553e4519d4" providerId="LiveId" clId="{5F5FE466-BA34-494F-AD44-0AB6F3856034}" dt="2026-08-01T04:46:24.540" v="1207" actId="478"/>
          <ac:spMkLst>
            <pc:docMk/>
            <pc:sldMk cId="1773377072" sldId="400"/>
            <ac:spMk id="930" creationId="{00000000-0000-0000-0000-000000000000}"/>
          </ac:spMkLst>
        </pc:spChg>
        <pc:spChg chg="del">
          <ac:chgData name="Rafsanul Hasan" userId="229fc3553e4519d4" providerId="LiveId" clId="{5F5FE466-BA34-494F-AD44-0AB6F3856034}" dt="2026-08-01T04:46:30.026" v="1208" actId="478"/>
          <ac:spMkLst>
            <pc:docMk/>
            <pc:sldMk cId="1773377072" sldId="400"/>
            <ac:spMk id="931" creationId="{00000000-0000-0000-0000-000000000000}"/>
          </ac:spMkLst>
        </pc:spChg>
        <pc:spChg chg="del">
          <ac:chgData name="Rafsanul Hasan" userId="229fc3553e4519d4" providerId="LiveId" clId="{5F5FE466-BA34-494F-AD44-0AB6F3856034}" dt="2026-08-01T04:43:16.217" v="1169" actId="478"/>
          <ac:spMkLst>
            <pc:docMk/>
            <pc:sldMk cId="1773377072" sldId="400"/>
            <ac:spMk id="940" creationId="{00000000-0000-0000-0000-000000000000}"/>
          </ac:spMkLst>
        </pc:spChg>
        <pc:spChg chg="del">
          <ac:chgData name="Rafsanul Hasan" userId="229fc3553e4519d4" providerId="LiveId" clId="{5F5FE466-BA34-494F-AD44-0AB6F3856034}" dt="2026-08-01T04:43:11.156" v="1168" actId="478"/>
          <ac:spMkLst>
            <pc:docMk/>
            <pc:sldMk cId="1773377072" sldId="400"/>
            <ac:spMk id="941" creationId="{00000000-0000-0000-0000-000000000000}"/>
          </ac:spMkLst>
        </pc:spChg>
        <pc:spChg chg="mod">
          <ac:chgData name="Rafsanul Hasan" userId="229fc3553e4519d4" providerId="LiveId" clId="{5F5FE466-BA34-494F-AD44-0AB6F3856034}" dt="2026-08-01T04:45:35.788" v="1199" actId="1037"/>
          <ac:spMkLst>
            <pc:docMk/>
            <pc:sldMk cId="1773377072" sldId="400"/>
            <ac:spMk id="983" creationId="{13B7CF06-8A11-4898-5833-E874F2175602}"/>
          </ac:spMkLst>
        </pc:spChg>
        <pc:spChg chg="mod">
          <ac:chgData name="Rafsanul Hasan" userId="229fc3553e4519d4" providerId="LiveId" clId="{5F5FE466-BA34-494F-AD44-0AB6F3856034}" dt="2026-08-01T04:45:35.788" v="1199" actId="1037"/>
          <ac:spMkLst>
            <pc:docMk/>
            <pc:sldMk cId="1773377072" sldId="400"/>
            <ac:spMk id="984" creationId="{13B7CF06-8A11-4898-5833-E874F2175602}"/>
          </ac:spMkLst>
        </pc:spChg>
        <pc:spChg chg="mod">
          <ac:chgData name="Rafsanul Hasan" userId="229fc3553e4519d4" providerId="LiveId" clId="{5F5FE466-BA34-494F-AD44-0AB6F3856034}" dt="2026-08-01T04:45:35.788" v="1199" actId="1037"/>
          <ac:spMkLst>
            <pc:docMk/>
            <pc:sldMk cId="1773377072" sldId="400"/>
            <ac:spMk id="985" creationId="{13B7CF06-8A11-4898-5833-E874F2175602}"/>
          </ac:spMkLst>
        </pc:spChg>
        <pc:cxnChg chg="mod">
          <ac:chgData name="Rafsanul Hasan" userId="229fc3553e4519d4" providerId="LiveId" clId="{5F5FE466-BA34-494F-AD44-0AB6F3856034}" dt="2026-08-01T04:45:35.788" v="1199" actId="1037"/>
          <ac:cxnSpMkLst>
            <pc:docMk/>
            <pc:sldMk cId="1773377072" sldId="400"/>
            <ac:cxnSpMk id="920" creationId="{00000000-0000-0000-0000-000000000000}"/>
          </ac:cxnSpMkLst>
        </pc:cxnChg>
        <pc:cxnChg chg="mod">
          <ac:chgData name="Rafsanul Hasan" userId="229fc3553e4519d4" providerId="LiveId" clId="{5F5FE466-BA34-494F-AD44-0AB6F3856034}" dt="2026-08-01T04:45:35.788" v="1199" actId="1037"/>
          <ac:cxnSpMkLst>
            <pc:docMk/>
            <pc:sldMk cId="1773377072" sldId="400"/>
            <ac:cxnSpMk id="921" creationId="{00000000-0000-0000-0000-000000000000}"/>
          </ac:cxnSpMkLst>
        </pc:cxnChg>
        <pc:cxnChg chg="mod">
          <ac:chgData name="Rafsanul Hasan" userId="229fc3553e4519d4" providerId="LiveId" clId="{5F5FE466-BA34-494F-AD44-0AB6F3856034}" dt="2026-08-01T04:45:35.788" v="1199" actId="1037"/>
          <ac:cxnSpMkLst>
            <pc:docMk/>
            <pc:sldMk cId="1773377072" sldId="400"/>
            <ac:cxnSpMk id="922" creationId="{00000000-0000-0000-0000-000000000000}"/>
          </ac:cxnSpMkLst>
        </pc:cxnChg>
      </pc:sldChg>
      <pc:sldChg chg="addSp modSp add del mod">
        <pc:chgData name="Rafsanul Hasan" userId="229fc3553e4519d4" providerId="LiveId" clId="{5F5FE466-BA34-494F-AD44-0AB6F3856034}" dt="2026-08-01T04:59:15.181" v="1223"/>
        <pc:sldMkLst>
          <pc:docMk/>
          <pc:sldMk cId="644946627" sldId="401"/>
        </pc:sldMkLst>
        <pc:spChg chg="add">
          <ac:chgData name="Rafsanul Hasan" userId="229fc3553e4519d4" providerId="LiveId" clId="{5F5FE466-BA34-494F-AD44-0AB6F3856034}" dt="2026-08-01T04:50:41.982" v="1219" actId="11529"/>
          <ac:spMkLst>
            <pc:docMk/>
            <pc:sldMk cId="644946627" sldId="401"/>
            <ac:spMk id="4" creationId="{524142BA-DE06-CB91-7CF9-29A33A35B485}"/>
          </ac:spMkLst>
        </pc:spChg>
        <pc:cxnChg chg="add mod">
          <ac:chgData name="Rafsanul Hasan" userId="229fc3553e4519d4" providerId="LiveId" clId="{5F5FE466-BA34-494F-AD44-0AB6F3856034}" dt="2026-08-01T04:52:45.821" v="1221" actId="692"/>
          <ac:cxnSpMkLst>
            <pc:docMk/>
            <pc:sldMk cId="644946627" sldId="401"/>
            <ac:cxnSpMk id="2" creationId="{95212BBC-C734-8069-9FE6-3B0BBD962557}"/>
          </ac:cxnSpMkLst>
        </pc:cxnChg>
      </pc:sldChg>
      <pc:sldChg chg="addSp delSp modSp add mod">
        <pc:chgData name="Rafsanul Hasan" userId="229fc3553e4519d4" providerId="LiveId" clId="{5F5FE466-BA34-494F-AD44-0AB6F3856034}" dt="2026-08-01T05:26:05.236" v="1473" actId="1076"/>
        <pc:sldMkLst>
          <pc:docMk/>
          <pc:sldMk cId="346589024" sldId="402"/>
        </pc:sldMkLst>
        <pc:spChg chg="del mod">
          <ac:chgData name="Rafsanul Hasan" userId="229fc3553e4519d4" providerId="LiveId" clId="{5F5FE466-BA34-494F-AD44-0AB6F3856034}" dt="2026-08-01T05:25:58.562" v="1472" actId="478"/>
          <ac:spMkLst>
            <pc:docMk/>
            <pc:sldMk cId="346589024" sldId="402"/>
            <ac:spMk id="4" creationId="{524142BA-DE06-CB91-7CF9-29A33A35B485}"/>
          </ac:spMkLst>
        </pc:spChg>
        <pc:spChg chg="add mod">
          <ac:chgData name="Rafsanul Hasan" userId="229fc3553e4519d4" providerId="LiveId" clId="{5F5FE466-BA34-494F-AD44-0AB6F3856034}" dt="2026-08-01T05:26:05.236" v="1473" actId="1076"/>
          <ac:spMkLst>
            <pc:docMk/>
            <pc:sldMk cId="346589024" sldId="402"/>
            <ac:spMk id="8" creationId="{B4E0486B-AE2A-D54F-E9AD-01282CAD31AC}"/>
          </ac:spMkLst>
        </pc:spChg>
      </pc:sldChg>
      <pc:sldChg chg="addSp modSp new del mod">
        <pc:chgData name="Rafsanul Hasan" userId="229fc3553e4519d4" providerId="LiveId" clId="{5F5FE466-BA34-494F-AD44-0AB6F3856034}" dt="2026-08-01T05:08:08.060" v="1240"/>
        <pc:sldMkLst>
          <pc:docMk/>
          <pc:sldMk cId="295882060" sldId="403"/>
        </pc:sldMkLst>
        <pc:spChg chg="add mod">
          <ac:chgData name="Rafsanul Hasan" userId="229fc3553e4519d4" providerId="LiveId" clId="{5F5FE466-BA34-494F-AD44-0AB6F3856034}" dt="2026-08-01T05:04:05.754" v="1238" actId="14100"/>
          <ac:spMkLst>
            <pc:docMk/>
            <pc:sldMk cId="295882060" sldId="403"/>
            <ac:spMk id="3" creationId="{04BF693C-90F3-4B7F-06FA-68F7DFD9E0F9}"/>
          </ac:spMkLst>
        </pc:spChg>
      </pc:sldChg>
      <pc:sldChg chg="add del">
        <pc:chgData name="Rafsanul Hasan" userId="229fc3553e4519d4" providerId="LiveId" clId="{5F5FE466-BA34-494F-AD44-0AB6F3856034}" dt="2026-08-01T05:08:32.505" v="1242"/>
        <pc:sldMkLst>
          <pc:docMk/>
          <pc:sldMk cId="2386829276" sldId="404"/>
        </pc:sldMkLst>
      </pc:sldChg>
      <pc:sldChg chg="addSp delSp modSp add del mod">
        <pc:chgData name="Rafsanul Hasan" userId="229fc3553e4519d4" providerId="LiveId" clId="{5F5FE466-BA34-494F-AD44-0AB6F3856034}" dt="2026-08-01T05:22:50.454" v="1455"/>
        <pc:sldMkLst>
          <pc:docMk/>
          <pc:sldMk cId="3052888249" sldId="405"/>
        </pc:sldMkLst>
        <pc:spChg chg="mod">
          <ac:chgData name="Rafsanul Hasan" userId="229fc3553e4519d4" providerId="LiveId" clId="{5F5FE466-BA34-494F-AD44-0AB6F3856034}" dt="2026-08-01T05:11:27.510" v="1375" actId="1076"/>
          <ac:spMkLst>
            <pc:docMk/>
            <pc:sldMk cId="3052888249" sldId="405"/>
            <ac:spMk id="101" creationId="{00000000-0000-0000-0000-000000000000}"/>
          </ac:spMkLst>
        </pc:spChg>
        <pc:spChg chg="mod">
          <ac:chgData name="Rafsanul Hasan" userId="229fc3553e4519d4" providerId="LiveId" clId="{5F5FE466-BA34-494F-AD44-0AB6F3856034}" dt="2026-08-01T05:16:53.038" v="1438" actId="1076"/>
          <ac:spMkLst>
            <pc:docMk/>
            <pc:sldMk cId="3052888249" sldId="405"/>
            <ac:spMk id="110" creationId="{00000000-0000-0000-0000-000000000000}"/>
          </ac:spMkLst>
        </pc:spChg>
        <pc:spChg chg="mod">
          <ac:chgData name="Rafsanul Hasan" userId="229fc3553e4519d4" providerId="LiveId" clId="{5F5FE466-BA34-494F-AD44-0AB6F3856034}" dt="2026-08-01T05:17:29.094" v="1442" actId="1076"/>
          <ac:spMkLst>
            <pc:docMk/>
            <pc:sldMk cId="3052888249" sldId="405"/>
            <ac:spMk id="111" creationId="{00000000-0000-0000-0000-000000000000}"/>
          </ac:spMkLst>
        </pc:spChg>
        <pc:spChg chg="mod">
          <ac:chgData name="Rafsanul Hasan" userId="229fc3553e4519d4" providerId="LiveId" clId="{5F5FE466-BA34-494F-AD44-0AB6F3856034}" dt="2026-08-01T05:10:01.952" v="1316" actId="1076"/>
          <ac:spMkLst>
            <pc:docMk/>
            <pc:sldMk cId="3052888249" sldId="405"/>
            <ac:spMk id="112" creationId="{00000000-0000-0000-0000-000000000000}"/>
          </ac:spMkLst>
        </pc:spChg>
        <pc:spChg chg="mod">
          <ac:chgData name="Rafsanul Hasan" userId="229fc3553e4519d4" providerId="LiveId" clId="{5F5FE466-BA34-494F-AD44-0AB6F3856034}" dt="2026-08-01T05:18:57.469" v="1453" actId="1036"/>
          <ac:spMkLst>
            <pc:docMk/>
            <pc:sldMk cId="3052888249" sldId="405"/>
            <ac:spMk id="113" creationId="{00000000-0000-0000-0000-000000000000}"/>
          </ac:spMkLst>
        </pc:spChg>
        <pc:spChg chg="del mod">
          <ac:chgData name="Rafsanul Hasan" userId="229fc3553e4519d4" providerId="LiveId" clId="{5F5FE466-BA34-494F-AD44-0AB6F3856034}" dt="2026-08-01T05:12:03.090" v="1382" actId="478"/>
          <ac:spMkLst>
            <pc:docMk/>
            <pc:sldMk cId="3052888249" sldId="405"/>
            <ac:spMk id="120" creationId="{00000000-0000-0000-0000-000000000000}"/>
          </ac:spMkLst>
        </pc:spChg>
        <pc:spChg chg="mod">
          <ac:chgData name="Rafsanul Hasan" userId="229fc3553e4519d4" providerId="LiveId" clId="{5F5FE466-BA34-494F-AD44-0AB6F3856034}" dt="2026-08-01T05:14:31.159" v="1435" actId="1076"/>
          <ac:spMkLst>
            <pc:docMk/>
            <pc:sldMk cId="3052888249" sldId="405"/>
            <ac:spMk id="121" creationId="{00000000-0000-0000-0000-000000000000}"/>
          </ac:spMkLst>
        </pc:spChg>
        <pc:spChg chg="del">
          <ac:chgData name="Rafsanul Hasan" userId="229fc3553e4519d4" providerId="LiveId" clId="{5F5FE466-BA34-494F-AD44-0AB6F3856034}" dt="2026-08-01T05:11:45.951" v="1376" actId="478"/>
          <ac:spMkLst>
            <pc:docMk/>
            <pc:sldMk cId="3052888249" sldId="405"/>
            <ac:spMk id="130" creationId="{00000000-0000-0000-0000-000000000000}"/>
          </ac:spMkLst>
        </pc:spChg>
        <pc:spChg chg="del">
          <ac:chgData name="Rafsanul Hasan" userId="229fc3553e4519d4" providerId="LiveId" clId="{5F5FE466-BA34-494F-AD44-0AB6F3856034}" dt="2026-08-01T05:11:53.278" v="1379" actId="478"/>
          <ac:spMkLst>
            <pc:docMk/>
            <pc:sldMk cId="3052888249" sldId="405"/>
            <ac:spMk id="131" creationId="{00000000-0000-0000-0000-000000000000}"/>
          </ac:spMkLst>
        </pc:spChg>
        <pc:spChg chg="del">
          <ac:chgData name="Rafsanul Hasan" userId="229fc3553e4519d4" providerId="LiveId" clId="{5F5FE466-BA34-494F-AD44-0AB6F3856034}" dt="2026-08-01T05:11:54.247" v="1380" actId="478"/>
          <ac:spMkLst>
            <pc:docMk/>
            <pc:sldMk cId="3052888249" sldId="405"/>
            <ac:spMk id="132" creationId="{00000000-0000-0000-0000-000000000000}"/>
          </ac:spMkLst>
        </pc:spChg>
        <pc:spChg chg="del">
          <ac:chgData name="Rafsanul Hasan" userId="229fc3553e4519d4" providerId="LiveId" clId="{5F5FE466-BA34-494F-AD44-0AB6F3856034}" dt="2026-08-01T05:11:55.203" v="1381" actId="478"/>
          <ac:spMkLst>
            <pc:docMk/>
            <pc:sldMk cId="3052888249" sldId="405"/>
            <ac:spMk id="133" creationId="{00000000-0000-0000-0000-000000000000}"/>
          </ac:spMkLst>
        </pc:spChg>
        <pc:cxnChg chg="add mod">
          <ac:chgData name="Rafsanul Hasan" userId="229fc3553e4519d4" providerId="LiveId" clId="{5F5FE466-BA34-494F-AD44-0AB6F3856034}" dt="2026-08-01T05:12:16.375" v="1385" actId="14100"/>
          <ac:cxnSpMkLst>
            <pc:docMk/>
            <pc:sldMk cId="3052888249" sldId="405"/>
            <ac:cxnSpMk id="2" creationId="{F97F815D-4B81-F2A7-FF0A-A8B5B9330B80}"/>
          </ac:cxnSpMkLst>
        </pc:cxnChg>
        <pc:cxnChg chg="add mod">
          <ac:chgData name="Rafsanul Hasan" userId="229fc3553e4519d4" providerId="LiveId" clId="{5F5FE466-BA34-494F-AD44-0AB6F3856034}" dt="2026-08-01T05:12:58.111" v="1391" actId="14100"/>
          <ac:cxnSpMkLst>
            <pc:docMk/>
            <pc:sldMk cId="3052888249" sldId="405"/>
            <ac:cxnSpMk id="6" creationId="{497EABF5-600C-25B0-A4BF-8929890ECA27}"/>
          </ac:cxnSpMkLst>
        </pc:cxnChg>
      </pc:sldChg>
      <pc:sldChg chg="add">
        <pc:chgData name="Rafsanul Hasan" userId="229fc3553e4519d4" providerId="LiveId" clId="{5F5FE466-BA34-494F-AD44-0AB6F3856034}" dt="2026-08-01T05:22:50.433" v="1454"/>
        <pc:sldMkLst>
          <pc:docMk/>
          <pc:sldMk cId="4034139787" sldId="406"/>
        </pc:sldMkLst>
      </pc:sldChg>
      <pc:sldChg chg="add del">
        <pc:chgData name="Rafsanul Hasan" userId="229fc3553e4519d4" providerId="LiveId" clId="{5F5FE466-BA34-494F-AD44-0AB6F3856034}" dt="2026-08-01T05:38:36.985" v="1547"/>
        <pc:sldMkLst>
          <pc:docMk/>
          <pc:sldMk cId="3768137454" sldId="407"/>
        </pc:sldMkLst>
      </pc:sldChg>
      <pc:sldChg chg="modSp add mod">
        <pc:chgData name="Rafsanul Hasan" userId="229fc3553e4519d4" providerId="LiveId" clId="{5F5FE466-BA34-494F-AD44-0AB6F3856034}" dt="2026-08-01T05:40:17.102" v="1589" actId="20577"/>
        <pc:sldMkLst>
          <pc:docMk/>
          <pc:sldMk cId="2696786674" sldId="408"/>
        </pc:sldMkLst>
        <pc:spChg chg="mod">
          <ac:chgData name="Rafsanul Hasan" userId="229fc3553e4519d4" providerId="LiveId" clId="{5F5FE466-BA34-494F-AD44-0AB6F3856034}" dt="2026-08-01T05:40:17.102" v="1589" actId="20577"/>
          <ac:spMkLst>
            <pc:docMk/>
            <pc:sldMk cId="2696786674" sldId="408"/>
            <ac:spMk id="610" creationId="{00000000-0000-0000-0000-000000000000}"/>
          </ac:spMkLst>
        </pc:spChg>
        <pc:spChg chg="mod">
          <ac:chgData name="Rafsanul Hasan" userId="229fc3553e4519d4" providerId="LiveId" clId="{5F5FE466-BA34-494F-AD44-0AB6F3856034}" dt="2026-08-01T05:40:04.930" v="1567" actId="20577"/>
          <ac:spMkLst>
            <pc:docMk/>
            <pc:sldMk cId="2696786674" sldId="408"/>
            <ac:spMk id="70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287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12-minute practical walkthrough of how I run an AI-Driven Development Lifecycle on a real production .NET codebase using Claude Code. Not theory — everything shown is running today. Three pillars: a multi-agent team, engineered feedback loops, and spec-driven design with ATDD.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journey. Most teams are at stage 1. Agents (stage 2) already change the game. AI-DLC is stage 3: you stop delegating tasks and start delegating lifecycle phases. The rest of the talk is what stage 3 looks like in production.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AI-DLC in one picture: the classic SDLC, but each phase is owned by a named, role-scoped agent defined in the repo (.claude/agents). My job shifts from typing code to setting intent and approving gates. Emphasize: these agent names are real files in the repository, versioned like code. Release is the one phase with no agent file of its own — the product-owner owns the release gate and the CD skills do the mechanics.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team in .claude/agents: 10 agents. Read the two columns as two halves of the lifecycle — the left column is planning, the right column is implementation. Planning: product-owner does business requirement analysis and project planning, software-architect does technical requirement analysis and architectural design and sets the boundaries, system-engineer does the system design and the implementation plan. Implementation: software-engineer implements features, fixes bugs and refactors, sqa-engineer designs the test suite and implements the test cases, and code-reviewer reviews both the engineer’s and the SQA’s code, looping until the project code conventions are met. Four more work across the loop: documentation-writer produces docs at every stage with brutal-critique agents reviewing them in parallel (agents grade their own work too kindly), research-assistant supplies verified external knowledge, research-assistant conducts all the research and manages the knowledge base, and agent-manager is the Agent Resource Manager — ARM, the way an organisation has an HRM — or the Agent Harness Manager: the only agent allowed to create or change agents, skills, hooks and rules. Model tiering is deliberate: Opus for the planning and design roles, Sonnet for build, test and review.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feature through the chain: product-owner produces user stories with ACs, architect turns them into specs and ADRs, system engineer does the low-level design, engineer implements, SQA runs the full test pyramid and gates, reviewer produces the findings report. Key discipline: no agent starts from a vague chat message — it starts from the previous agent's artifact. The amber loop is where most value lives: reviewer findings and surviving mutation-test mutants route work back automatically. 'Trust, but verify' is the operating principle. On the right, the cross-cutting agents attach to every stage: documentation-writer and brutal-critique as a write-then-critique pair, research-assistant running all research and owning the knowledge base, and agent-manager maintaining the harness itself.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is what makes multi-agent orchestration affordable. Four practices: layered instructions (CLAUDE.md and rules files form a stable, identical prefix for every agent — that stability is what makes prompt caching work), progressive disclosure (skills load only when invoked), context isolation (each subagent gets a scoped window instead of one bloated conversation), and persistent file-based memory. The payoff is real: 99.8% prompt-cache hit rate, which took the token bill for the same workload from about $1,000 down to $95 — roughly a 10x reduction. And the whole orchestration side lives in one file: AGENTS.md, the single orchestration authority — it defines how requests are routed (everything goes through the product-owner first), which agent chains or Agent Teams to spawn, who owns which quality gate (sqa-engineer owns test and mutation gates exclusively), and the memory protocol. Policy as code, versioned with the repo — if wording anywhere else conflicts, AGENTS.md wins. Stable prefixes + lean contexts = cache hits; cache hits = 10x cheaper agents.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Two different axes of scaling. Agent Teams add structure; parallel subagents add throughput. People often treat them as competing patterns — they aren't.</a:t>
            </a:r>
          </a:p>
          <a:p>
            <a:endParaRPr lang="en-US" dirty="0"/>
          </a:p>
          <a:p>
            <a:r>
              <a:rPr lang="en-US" dirty="0"/>
              <a:t>Agent Teams: named roles with persistent identity — architect, engineer, reviewer. They hand artifacts to each other and share durable context across the run. That shared state is what lets a reviewer meaningfully critique what the engineer built.</a:t>
            </a:r>
          </a:p>
          <a:p>
            <a:endParaRPr lang="en-US" dirty="0"/>
          </a:p>
          <a:p>
            <a:r>
              <a:rPr lang="en-US" dirty="0"/>
              <a:t>Parallel subagents: anonymous workers the orchestrator spawns on demand. Each gets an isolated context, does its slice, and returns. The orchestrator fans out and merges. No shared memory, no handoffs.</a:t>
            </a:r>
          </a:p>
          <a:p>
            <a:endParaRPr lang="en-US" dirty="0"/>
          </a:p>
          <a:p>
            <a:r>
              <a:rPr lang="en-US" dirty="0"/>
              <a:t>Pick by shape of the work. Sequential, multi-stage delivery where each step depends on the last — that's a team. Wide and independent, where the pieces don't need to know about each other — research sweeps, security scans, generating competing critiques — that's a fan-out.</a:t>
            </a:r>
          </a:p>
          <a:p>
            <a:endParaRPr lang="en-US" dirty="0"/>
          </a:p>
          <a:p>
            <a:r>
              <a:rPr lang="en-US" dirty="0"/>
              <a:t>The real answer is both. Use the team as your delivery spine, then fan out subagents inside any single step where the work splits cleanly and results can be merged back.</a:t>
            </a:r>
          </a:p>
          <a:p>
            <a:endParaRPr lang="en-US" dirty="0"/>
          </a:p>
          <a:p>
            <a:r>
              <a:rPr lang="en-US" dirty="0"/>
              <a:t>Transition: next we look at how this plays out in the actual toolchain.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loop on the previous slide is only one of eight named lifecycles. The ai-dlc skill is the routing layer: it reads the request, picks the lifecycle (or an ordered chain of them), and hands the orchestrator the agent roster, the entry and exit gates, the artifacts and the loop-back rules. A greenfield feature runs PDLC to ASDLC to STBLC to FDLC, then CRLC. A bug report goes straight to BFLC. A refactor goes to RLC, where the exit gate is explicitly "behaviour unchanged, mutation score not regressed". The point: the same ten agents recompose into different chains instead of one rigid pipeline — and the smallest orchestration that fits the request always wins, so a one-line question never spawns a six-agent team.</a:t>
            </a:r>
          </a:p>
        </p:txBody>
      </p:sp>
      <p:sp>
        <p:nvSpPr>
          <p:cNvPr id="4" name="Slide Number Placeholder 3"/>
          <p:cNvSpPr>
            <a:spLocks noGrp="1"/>
          </p:cNvSpPr>
          <p:nvPr>
            <p:ph type="sldNum" sz="quarter" idx="10"/>
          </p:nvPr>
        </p:nvSpPr>
        <p:spPr/>
        <p:txBody>
          <a:bodyPr/>
          <a:lstStyle/>
          <a:p>
            <a:fld id="{F7021451-1387-4CA6-816F-3879F97B5CBD}"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the difference between a clever prompt and institutional knowledge. 43 skills in .claude/skills, each a markdown playbook: how to design test cases, how to run Stryker mutation testing correctly, how to publish a NuGet package. Favorite category: self-management — skills for creating agents, skills and hooks, so the system evolves itself under version control. Twenty-nine of these are also exposed as slash commands.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are what make delegation safe. Three layers: behavioral (anti-hallucination protocol — verify or ask, never guess), conventional (13 rules files that travel with the repo), and mechanical (a Stop hook that runs dotnet test and will not let the agent finish while it fails — a deterministic script it cannot talk its way past; Stryker mutation testing is the sqa-engineer’s exclusive gate). The last one matters most: LLMs are persuasive, so the final gate must be code, not judgment.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28929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section — the adda asked for real learnings. Biggest positive surprise: mutation testing as an agent gate; it catches both weak tests and overconfident agents. Biggest ongoing cost: tokens — a full orchestrated chain is not cheap, so parallelize deliberately. And ambiguity resolution remains firmly human.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direction: this scales from one repo to a team platform; autonomy should only grow as fast as the gates that contain it; and once agents do engineering work, measure them like engineers. Invite questions — happy to demo the actual .claude setup live.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114800" y="131782"/>
            <a:ext cx="914400" cy="914400"/>
          </a:xfrm>
          <a:prstGeom prst="ellipse">
            <a:avLst/>
          </a:prstGeom>
          <a:solidFill>
            <a:srgbClr val="2EC4B6"/>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352544" y="369526"/>
            <a:ext cx="438912" cy="438912"/>
          </a:xfrm>
          <a:prstGeom prst="rect">
            <a:avLst/>
          </a:prstGeom>
        </p:spPr>
      </p:pic>
      <p:sp>
        <p:nvSpPr>
          <p:cNvPr id="4" name="Text 1"/>
          <p:cNvSpPr/>
          <p:nvPr/>
        </p:nvSpPr>
        <p:spPr>
          <a:xfrm>
            <a:off x="457200" y="1117600"/>
            <a:ext cx="8229600" cy="668997"/>
          </a:xfrm>
          <a:prstGeom prst="rect">
            <a:avLst/>
          </a:prstGeom>
          <a:noFill/>
          <a:ln/>
        </p:spPr>
        <p:txBody>
          <a:bodyPr wrap="square" t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AI-DLC Workflow</a:t>
            </a:r>
            <a:endParaRPr lang="en-US" sz="4400" dirty="0"/>
          </a:p>
        </p:txBody>
      </p:sp>
      <p:sp>
        <p:nvSpPr>
          <p:cNvPr id="5" name="Text 2"/>
          <p:cNvSpPr/>
          <p:nvPr/>
        </p:nvSpPr>
        <p:spPr>
          <a:xfrm>
            <a:off x="372794" y="1801837"/>
            <a:ext cx="8229600" cy="1089948"/>
          </a:xfrm>
          <a:prstGeom prst="rect">
            <a:avLst/>
          </a:prstGeom>
          <a:noFill/>
          <a:ln/>
        </p:spPr>
        <p:txBody>
          <a:bodyPr wrap="square" rtlCol="0" anchor="ctr"/>
          <a:lstStyle/>
          <a:p>
            <a:pPr marL="0" indent="0" algn="ctr">
              <a:buNone/>
            </a:pPr>
            <a:r>
              <a:rPr lang="en-US" sz="1900" dirty="0">
                <a:solidFill>
                  <a:srgbClr val="CADCFC"/>
                </a:solidFill>
                <a:latin typeface="Calibri" pitchFamily="34" charset="0"/>
                <a:ea typeface="Calibri" pitchFamily="34" charset="-122"/>
                <a:cs typeface="Calibri" pitchFamily="34" charset="-120"/>
              </a:rPr>
              <a:t>Agentic Software Engineering Team</a:t>
            </a:r>
          </a:p>
          <a:p>
            <a:pPr marL="0" indent="0" algn="ctr">
              <a:buNone/>
            </a:pPr>
            <a:r>
              <a:rPr lang="en-US" sz="1900" dirty="0">
                <a:solidFill>
                  <a:srgbClr val="CADCFC"/>
                </a:solidFill>
                <a:latin typeface="Calibri" pitchFamily="34" charset="0"/>
                <a:ea typeface="Calibri" pitchFamily="34" charset="-122"/>
                <a:cs typeface="Calibri" pitchFamily="34" charset="-120"/>
              </a:rPr>
              <a:t>with</a:t>
            </a:r>
          </a:p>
          <a:p>
            <a:pPr marL="0" indent="0" algn="ctr">
              <a:buNone/>
            </a:pPr>
            <a:r>
              <a:rPr lang="en-US" sz="1900" dirty="0">
                <a:solidFill>
                  <a:srgbClr val="CADCFC"/>
                </a:solidFill>
                <a:latin typeface="Calibri" pitchFamily="34" charset="0"/>
                <a:ea typeface="Calibri" pitchFamily="34" charset="-122"/>
                <a:cs typeface="Calibri" pitchFamily="34" charset="-120"/>
              </a:rPr>
              <a:t>Multi-Agent Orchestration</a:t>
            </a:r>
          </a:p>
        </p:txBody>
      </p:sp>
      <p:sp>
        <p:nvSpPr>
          <p:cNvPr id="6" name="Text 3"/>
          <p:cNvSpPr/>
          <p:nvPr/>
        </p:nvSpPr>
        <p:spPr>
          <a:xfrm>
            <a:off x="457200" y="3013220"/>
            <a:ext cx="8229600" cy="508000"/>
          </a:xfrm>
          <a:prstGeom prst="rect">
            <a:avLst/>
          </a:prstGeom>
          <a:noFill/>
          <a:ln/>
        </p:spPr>
        <p:txBody>
          <a:bodyPr wrap="square" rtlCol="0" anchor="ctr"/>
          <a:lstStyle/>
          <a:p>
            <a:pPr algn="ctr"/>
            <a:r>
              <a:rPr lang="en-US" sz="1300" i="1" dirty="0">
                <a:solidFill>
                  <a:srgbClr val="2EC4B6"/>
                </a:solidFill>
                <a:latin typeface="Calibri" pitchFamily="34" charset="0"/>
                <a:ea typeface="Calibri" pitchFamily="34" charset="-122"/>
                <a:cs typeface="Calibri" pitchFamily="34" charset="-120"/>
              </a:rPr>
              <a:t>Agentic Architecture · Multi-Agent Orchestration ·  Context Engineering  ·  Loop Engineering  </a:t>
            </a:r>
          </a:p>
          <a:p>
            <a:pPr algn="ctr"/>
            <a:r>
              <a:rPr lang="en-US" sz="1300" i="1" dirty="0">
                <a:solidFill>
                  <a:srgbClr val="2EC4B6"/>
                </a:solidFill>
                <a:latin typeface="Calibri" pitchFamily="34" charset="0"/>
                <a:ea typeface="Calibri" pitchFamily="34" charset="-122"/>
                <a:cs typeface="Calibri" pitchFamily="34" charset="-120"/>
              </a:rPr>
              <a:t> Software Architecture  ·  Spec-Driven Design  ·  ATDD ·  BDD ·  DDD</a:t>
            </a:r>
            <a:endParaRPr lang="en-US" sz="1300" dirty="0"/>
          </a:p>
        </p:txBody>
      </p:sp>
      <p:sp>
        <p:nvSpPr>
          <p:cNvPr id="7" name="Text 4"/>
          <p:cNvSpPr/>
          <p:nvPr/>
        </p:nvSpPr>
        <p:spPr>
          <a:xfrm>
            <a:off x="457200" y="4318000"/>
            <a:ext cx="8229600" cy="6858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Rafsanul Hasan</a:t>
            </a:r>
          </a:p>
          <a:p>
            <a:pPr marL="0" indent="0" algn="ctr">
              <a:buNone/>
            </a:pPr>
            <a:r>
              <a:rPr lang="en-US" sz="1200" dirty="0">
                <a:solidFill>
                  <a:srgbClr val="CADCFC"/>
                </a:solidFill>
                <a:latin typeface="Calibri" pitchFamily="34" charset="0"/>
                <a:ea typeface="Calibri" pitchFamily="34" charset="-122"/>
                <a:cs typeface="Calibri" pitchFamily="34" charset="-120"/>
              </a:rPr>
              <a:t>Senior Software Engineer I</a:t>
            </a:r>
          </a:p>
          <a:p>
            <a:pPr marL="0" indent="0" algn="ctr">
              <a:buNone/>
            </a:pPr>
            <a:r>
              <a:rPr lang="en-US" sz="1200" dirty="0">
                <a:solidFill>
                  <a:srgbClr val="CADCFC"/>
                </a:solidFill>
                <a:latin typeface="Calibri" pitchFamily="34" charset="0"/>
                <a:ea typeface="Calibri" pitchFamily="34" charset="-122"/>
                <a:cs typeface="Calibri" pitchFamily="34" charset="-120"/>
              </a:rPr>
              <a:t>Brain Station 23 PLC</a:t>
            </a:r>
            <a:endParaRPr lang="en-US" sz="1200" dirty="0"/>
          </a:p>
        </p:txBody>
      </p:sp>
    </p:spTree>
    <p:extLst>
      <p:ext uri="{BB962C8B-B14F-4D97-AF65-F5344CB8AC3E}">
        <p14:creationId xmlns:p14="http://schemas.microsoft.com/office/powerpoint/2010/main" val="1772557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From Autocomplete to Autonomy</a:t>
            </a:r>
            <a:endParaRPr lang="en-US" sz="3000" dirty="0"/>
          </a:p>
        </p:txBody>
      </p:sp>
      <p:sp>
        <p:nvSpPr>
          <p:cNvPr id="3" name="Shape 1"/>
          <p:cNvSpPr/>
          <p:nvPr/>
        </p:nvSpPr>
        <p:spPr>
          <a:xfrm>
            <a:off x="457200" y="1234440"/>
            <a:ext cx="2487168" cy="2331720"/>
          </a:xfrm>
          <a:prstGeom prst="roundRect">
            <a:avLst>
              <a:gd name="adj" fmla="val 3137"/>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4" name="Shape 2"/>
          <p:cNvSpPr/>
          <p:nvPr/>
        </p:nvSpPr>
        <p:spPr>
          <a:xfrm>
            <a:off x="1399032" y="1490472"/>
            <a:ext cx="603504" cy="603504"/>
          </a:xfrm>
          <a:prstGeom prst="ellipse">
            <a:avLst/>
          </a:prstGeom>
          <a:solidFill>
            <a:srgbClr val="1E2761"/>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555943" y="1647383"/>
            <a:ext cx="289682" cy="289682"/>
          </a:xfrm>
          <a:prstGeom prst="rect">
            <a:avLst/>
          </a:prstGeom>
        </p:spPr>
      </p:pic>
      <p:sp>
        <p:nvSpPr>
          <p:cNvPr id="6" name="Text 3"/>
          <p:cNvSpPr/>
          <p:nvPr/>
        </p:nvSpPr>
        <p:spPr>
          <a:xfrm>
            <a:off x="594360" y="2194560"/>
            <a:ext cx="2212848" cy="36576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AI-Assisted</a:t>
            </a:r>
            <a:endParaRPr lang="en-US" sz="1700" dirty="0"/>
          </a:p>
        </p:txBody>
      </p:sp>
      <p:sp>
        <p:nvSpPr>
          <p:cNvPr id="7" name="Text 4"/>
          <p:cNvSpPr/>
          <p:nvPr/>
        </p:nvSpPr>
        <p:spPr>
          <a:xfrm>
            <a:off x="685800" y="2606040"/>
            <a:ext cx="2029968" cy="86868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Copilot-style completion and chat. Human drives every step; AI suggests lines.</a:t>
            </a:r>
            <a:endParaRPr lang="en-US" sz="1150" dirty="0"/>
          </a:p>
        </p:txBody>
      </p:sp>
      <p:pic>
        <p:nvPicPr>
          <p:cNvPr id="8" name="Image 1" descr="preencoded.png"/>
          <p:cNvPicPr>
            <a:picLocks noChangeAspect="1"/>
          </p:cNvPicPr>
          <p:nvPr/>
        </p:nvPicPr>
        <p:blipFill>
          <a:blip r:embed="rId4"/>
          <a:stretch>
            <a:fillRect/>
          </a:stretch>
        </p:blipFill>
        <p:spPr>
          <a:xfrm>
            <a:off x="3200400" y="2244852"/>
            <a:ext cx="310896" cy="310896"/>
          </a:xfrm>
          <a:prstGeom prst="rect">
            <a:avLst/>
          </a:prstGeom>
        </p:spPr>
      </p:pic>
      <p:sp>
        <p:nvSpPr>
          <p:cNvPr id="9" name="Shape 5"/>
          <p:cNvSpPr/>
          <p:nvPr/>
        </p:nvSpPr>
        <p:spPr>
          <a:xfrm>
            <a:off x="3328416" y="1234440"/>
            <a:ext cx="2487168" cy="2331720"/>
          </a:xfrm>
          <a:prstGeom prst="roundRect">
            <a:avLst>
              <a:gd name="adj" fmla="val 3137"/>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0" name="Shape 6"/>
          <p:cNvSpPr/>
          <p:nvPr/>
        </p:nvSpPr>
        <p:spPr>
          <a:xfrm>
            <a:off x="4270248" y="1490472"/>
            <a:ext cx="603504" cy="603504"/>
          </a:xfrm>
          <a:prstGeom prst="ellipse">
            <a:avLst/>
          </a:prstGeom>
          <a:solidFill>
            <a:srgbClr val="1E2761"/>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4427159" y="1647383"/>
            <a:ext cx="289682" cy="289682"/>
          </a:xfrm>
          <a:prstGeom prst="rect">
            <a:avLst/>
          </a:prstGeom>
        </p:spPr>
      </p:pic>
      <p:sp>
        <p:nvSpPr>
          <p:cNvPr id="12" name="Text 7"/>
          <p:cNvSpPr/>
          <p:nvPr/>
        </p:nvSpPr>
        <p:spPr>
          <a:xfrm>
            <a:off x="3465576" y="2194560"/>
            <a:ext cx="2212848" cy="36576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AI Agents</a:t>
            </a:r>
            <a:endParaRPr lang="en-US" sz="1700" dirty="0"/>
          </a:p>
        </p:txBody>
      </p:sp>
      <p:sp>
        <p:nvSpPr>
          <p:cNvPr id="13" name="Text 8"/>
          <p:cNvSpPr/>
          <p:nvPr/>
        </p:nvSpPr>
        <p:spPr>
          <a:xfrm>
            <a:off x="3557016" y="2606040"/>
            <a:ext cx="2029968" cy="86868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One agent takes a whole task — reads the codebase, edits, runs tests. Human reviews the result.</a:t>
            </a:r>
            <a:endParaRPr lang="en-US" sz="1150" dirty="0"/>
          </a:p>
        </p:txBody>
      </p:sp>
      <p:pic>
        <p:nvPicPr>
          <p:cNvPr id="14" name="Image 3" descr="preencoded.png"/>
          <p:cNvPicPr>
            <a:picLocks noChangeAspect="1"/>
          </p:cNvPicPr>
          <p:nvPr/>
        </p:nvPicPr>
        <p:blipFill>
          <a:blip r:embed="rId4"/>
          <a:stretch>
            <a:fillRect/>
          </a:stretch>
        </p:blipFill>
        <p:spPr>
          <a:xfrm>
            <a:off x="6071616" y="2244852"/>
            <a:ext cx="310896" cy="310896"/>
          </a:xfrm>
          <a:prstGeom prst="rect">
            <a:avLst/>
          </a:prstGeom>
        </p:spPr>
      </p:pic>
      <p:sp>
        <p:nvSpPr>
          <p:cNvPr id="15" name="Shape 9"/>
          <p:cNvSpPr/>
          <p:nvPr/>
        </p:nvSpPr>
        <p:spPr>
          <a:xfrm>
            <a:off x="6199632" y="1234440"/>
            <a:ext cx="2487168" cy="2331720"/>
          </a:xfrm>
          <a:prstGeom prst="roundRect">
            <a:avLst>
              <a:gd name="adj" fmla="val 3137"/>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6" name="Shape 10"/>
          <p:cNvSpPr/>
          <p:nvPr/>
        </p:nvSpPr>
        <p:spPr>
          <a:xfrm>
            <a:off x="7141464" y="1490472"/>
            <a:ext cx="603504" cy="603504"/>
          </a:xfrm>
          <a:prstGeom prst="ellipse">
            <a:avLst/>
          </a:prstGeom>
          <a:solidFill>
            <a:srgbClr val="1E2761"/>
          </a:solidFill>
          <a:ln/>
        </p:spPr>
        <p:txBody>
          <a:bodyPr/>
          <a:lstStyle/>
          <a:p>
            <a:endParaRPr lang="en-US"/>
          </a:p>
        </p:txBody>
      </p:sp>
      <p:pic>
        <p:nvPicPr>
          <p:cNvPr id="17" name="Image 4" descr="preencoded.png"/>
          <p:cNvPicPr>
            <a:picLocks noChangeAspect="1"/>
          </p:cNvPicPr>
          <p:nvPr/>
        </p:nvPicPr>
        <p:blipFill>
          <a:blip r:embed="rId6"/>
          <a:stretch>
            <a:fillRect/>
          </a:stretch>
        </p:blipFill>
        <p:spPr>
          <a:xfrm>
            <a:off x="7298375" y="1647383"/>
            <a:ext cx="289682" cy="289682"/>
          </a:xfrm>
          <a:prstGeom prst="rect">
            <a:avLst/>
          </a:prstGeom>
        </p:spPr>
      </p:pic>
      <p:sp>
        <p:nvSpPr>
          <p:cNvPr id="18" name="Text 11"/>
          <p:cNvSpPr/>
          <p:nvPr/>
        </p:nvSpPr>
        <p:spPr>
          <a:xfrm>
            <a:off x="6336792" y="2194560"/>
            <a:ext cx="2212848" cy="365760"/>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AI-DLC</a:t>
            </a:r>
            <a:endParaRPr lang="en-US" sz="1700" dirty="0"/>
          </a:p>
        </p:txBody>
      </p:sp>
      <p:sp>
        <p:nvSpPr>
          <p:cNvPr id="19" name="Text 12"/>
          <p:cNvSpPr/>
          <p:nvPr/>
        </p:nvSpPr>
        <p:spPr>
          <a:xfrm>
            <a:off x="6428232" y="2606040"/>
            <a:ext cx="2029968" cy="86868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A team of agents owns the lifecycle end to end. Human sets intent and guards the gates.</a:t>
            </a:r>
            <a:endParaRPr lang="en-US" sz="1150" dirty="0"/>
          </a:p>
        </p:txBody>
      </p:sp>
      <p:sp>
        <p:nvSpPr>
          <p:cNvPr id="20" name="Text 13"/>
          <p:cNvSpPr/>
          <p:nvPr/>
        </p:nvSpPr>
        <p:spPr>
          <a:xfrm>
            <a:off x="457200" y="3977640"/>
            <a:ext cx="8229600" cy="365760"/>
          </a:xfrm>
          <a:prstGeom prst="rect">
            <a:avLst/>
          </a:prstGeom>
          <a:noFill/>
          <a:ln/>
        </p:spPr>
        <p:txBody>
          <a:bodyPr wrap="square" rtlCol="0" anchor="ctr"/>
          <a:lstStyle/>
          <a:p>
            <a:pPr marL="0" indent="0" algn="ctr">
              <a:buNone/>
            </a:pPr>
            <a:r>
              <a:rPr lang="en-US" sz="1400" i="1" dirty="0">
                <a:solidFill>
                  <a:srgbClr val="64748B"/>
                </a:solidFill>
                <a:latin typeface="Calibri" pitchFamily="34" charset="0"/>
                <a:ea typeface="Calibri" pitchFamily="34" charset="-122"/>
                <a:cs typeface="Calibri" pitchFamily="34" charset="-120"/>
              </a:rPr>
              <a:t>The unit of delegation moves from a line of code to a phase of the lifecycle.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AI-DLC: Every Phase Has an Agent Owner</a:t>
            </a:r>
            <a:endParaRPr lang="en-US" sz="3000" dirty="0"/>
          </a:p>
        </p:txBody>
      </p:sp>
      <p:sp>
        <p:nvSpPr>
          <p:cNvPr id="3" name="Shape 1"/>
          <p:cNvSpPr/>
          <p:nvPr/>
        </p:nvSpPr>
        <p:spPr>
          <a:xfrm>
            <a:off x="402336" y="1188720"/>
            <a:ext cx="1069848" cy="658368"/>
          </a:xfrm>
          <a:prstGeom prst="roundRect">
            <a:avLst>
              <a:gd name="adj" fmla="val 9722"/>
            </a:avLst>
          </a:prstGeom>
          <a:solidFill>
            <a:srgbClr val="1E2761"/>
          </a:solidFill>
          <a:ln/>
        </p:spPr>
        <p:txBody>
          <a:bodyPr/>
          <a:lstStyle/>
          <a:p>
            <a:endParaRPr lang="en-US"/>
          </a:p>
        </p:txBody>
      </p:sp>
      <p:sp>
        <p:nvSpPr>
          <p:cNvPr id="4" name="Text 2"/>
          <p:cNvSpPr/>
          <p:nvPr/>
        </p:nvSpPr>
        <p:spPr>
          <a:xfrm>
            <a:off x="402336" y="1188720"/>
            <a:ext cx="1069848" cy="658368"/>
          </a:xfrm>
          <a:prstGeom prst="rect">
            <a:avLst/>
          </a:prstGeom>
          <a:noFill/>
          <a:ln/>
        </p:spPr>
        <p:txBody>
          <a:bodyPr wrap="square" lIns="254" tIns="254" rIns="254" bIns="254"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Plan</a:t>
            </a:r>
            <a:endParaRPr lang="en-US" sz="1150" dirty="0"/>
          </a:p>
        </p:txBody>
      </p:sp>
      <p:sp>
        <p:nvSpPr>
          <p:cNvPr id="5" name="Text 3"/>
          <p:cNvSpPr/>
          <p:nvPr/>
        </p:nvSpPr>
        <p:spPr>
          <a:xfrm>
            <a:off x="320040" y="1920240"/>
            <a:ext cx="1234440" cy="38404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product-owner</a:t>
            </a:r>
            <a:endParaRPr lang="en-US" sz="900" dirty="0"/>
          </a:p>
        </p:txBody>
      </p:sp>
      <p:pic>
        <p:nvPicPr>
          <p:cNvPr id="6" name="Image 0" descr="preencoded.png"/>
          <p:cNvPicPr>
            <a:picLocks noChangeAspect="1"/>
          </p:cNvPicPr>
          <p:nvPr/>
        </p:nvPicPr>
        <p:blipFill>
          <a:blip r:embed="rId3"/>
          <a:stretch>
            <a:fillRect/>
          </a:stretch>
        </p:blipFill>
        <p:spPr>
          <a:xfrm>
            <a:off x="1484071" y="1458468"/>
            <a:ext cx="118872" cy="118872"/>
          </a:xfrm>
          <a:prstGeom prst="rect">
            <a:avLst/>
          </a:prstGeom>
        </p:spPr>
      </p:pic>
      <p:sp>
        <p:nvSpPr>
          <p:cNvPr id="7" name="Shape 4"/>
          <p:cNvSpPr/>
          <p:nvPr/>
        </p:nvSpPr>
        <p:spPr>
          <a:xfrm>
            <a:off x="1613916" y="1188720"/>
            <a:ext cx="1069848" cy="658368"/>
          </a:xfrm>
          <a:prstGeom prst="roundRect">
            <a:avLst>
              <a:gd name="adj" fmla="val 9722"/>
            </a:avLst>
          </a:prstGeom>
          <a:solidFill>
            <a:srgbClr val="1E2761"/>
          </a:solidFill>
          <a:ln/>
        </p:spPr>
        <p:txBody>
          <a:bodyPr/>
          <a:lstStyle/>
          <a:p>
            <a:endParaRPr lang="en-US"/>
          </a:p>
        </p:txBody>
      </p:sp>
      <p:sp>
        <p:nvSpPr>
          <p:cNvPr id="8" name="Text 5"/>
          <p:cNvSpPr/>
          <p:nvPr/>
        </p:nvSpPr>
        <p:spPr>
          <a:xfrm>
            <a:off x="1613916" y="1188720"/>
            <a:ext cx="1069848" cy="658368"/>
          </a:xfrm>
          <a:prstGeom prst="rect">
            <a:avLst/>
          </a:prstGeom>
          <a:noFill/>
          <a:ln/>
        </p:spPr>
        <p:txBody>
          <a:bodyPr wrap="square" lIns="254" tIns="254" rIns="254" bIns="254"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Architect</a:t>
            </a:r>
            <a:endParaRPr lang="en-US" sz="1150" dirty="0"/>
          </a:p>
        </p:txBody>
      </p:sp>
      <p:sp>
        <p:nvSpPr>
          <p:cNvPr id="9" name="Text 6"/>
          <p:cNvSpPr/>
          <p:nvPr/>
        </p:nvSpPr>
        <p:spPr>
          <a:xfrm>
            <a:off x="1531620" y="1920240"/>
            <a:ext cx="1234440" cy="38404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software-architect</a:t>
            </a:r>
            <a:endParaRPr lang="en-US" sz="900" dirty="0"/>
          </a:p>
        </p:txBody>
      </p:sp>
      <p:pic>
        <p:nvPicPr>
          <p:cNvPr id="10" name="Image 1" descr="preencoded.png"/>
          <p:cNvPicPr>
            <a:picLocks noChangeAspect="1"/>
          </p:cNvPicPr>
          <p:nvPr/>
        </p:nvPicPr>
        <p:blipFill>
          <a:blip r:embed="rId3"/>
          <a:stretch>
            <a:fillRect/>
          </a:stretch>
        </p:blipFill>
        <p:spPr>
          <a:xfrm>
            <a:off x="2695651" y="1458468"/>
            <a:ext cx="118872" cy="118872"/>
          </a:xfrm>
          <a:prstGeom prst="rect">
            <a:avLst/>
          </a:prstGeom>
        </p:spPr>
      </p:pic>
      <p:sp>
        <p:nvSpPr>
          <p:cNvPr id="11" name="Shape 7"/>
          <p:cNvSpPr/>
          <p:nvPr/>
        </p:nvSpPr>
        <p:spPr>
          <a:xfrm>
            <a:off x="2825496" y="1188720"/>
            <a:ext cx="1069848" cy="658368"/>
          </a:xfrm>
          <a:prstGeom prst="roundRect">
            <a:avLst>
              <a:gd name="adj" fmla="val 9722"/>
            </a:avLst>
          </a:prstGeom>
          <a:solidFill>
            <a:srgbClr val="1E2761"/>
          </a:solidFill>
          <a:ln/>
        </p:spPr>
        <p:txBody>
          <a:bodyPr/>
          <a:lstStyle/>
          <a:p>
            <a:endParaRPr lang="en-US"/>
          </a:p>
        </p:txBody>
      </p:sp>
      <p:sp>
        <p:nvSpPr>
          <p:cNvPr id="12" name="Text 8"/>
          <p:cNvSpPr/>
          <p:nvPr/>
        </p:nvSpPr>
        <p:spPr>
          <a:xfrm>
            <a:off x="2825496" y="1188720"/>
            <a:ext cx="1069848" cy="658368"/>
          </a:xfrm>
          <a:prstGeom prst="rect">
            <a:avLst/>
          </a:prstGeom>
          <a:noFill/>
          <a:ln/>
        </p:spPr>
        <p:txBody>
          <a:bodyPr wrap="square" lIns="254" tIns="254" rIns="254" bIns="254"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Design</a:t>
            </a:r>
            <a:endParaRPr lang="en-US" sz="1150" dirty="0"/>
          </a:p>
        </p:txBody>
      </p:sp>
      <p:sp>
        <p:nvSpPr>
          <p:cNvPr id="13" name="Text 9"/>
          <p:cNvSpPr/>
          <p:nvPr/>
        </p:nvSpPr>
        <p:spPr>
          <a:xfrm>
            <a:off x="2743200" y="1920240"/>
            <a:ext cx="1234440" cy="38404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system-engineer</a:t>
            </a:r>
            <a:endParaRPr lang="en-US" sz="900" dirty="0"/>
          </a:p>
        </p:txBody>
      </p:sp>
      <p:pic>
        <p:nvPicPr>
          <p:cNvPr id="14" name="Image 2" descr="preencoded.png"/>
          <p:cNvPicPr>
            <a:picLocks noChangeAspect="1"/>
          </p:cNvPicPr>
          <p:nvPr/>
        </p:nvPicPr>
        <p:blipFill>
          <a:blip r:embed="rId3"/>
          <a:stretch>
            <a:fillRect/>
          </a:stretch>
        </p:blipFill>
        <p:spPr>
          <a:xfrm>
            <a:off x="3907231" y="1458468"/>
            <a:ext cx="118872" cy="118872"/>
          </a:xfrm>
          <a:prstGeom prst="rect">
            <a:avLst/>
          </a:prstGeom>
        </p:spPr>
      </p:pic>
      <p:sp>
        <p:nvSpPr>
          <p:cNvPr id="15" name="Shape 10"/>
          <p:cNvSpPr/>
          <p:nvPr/>
        </p:nvSpPr>
        <p:spPr>
          <a:xfrm>
            <a:off x="4037076" y="1188720"/>
            <a:ext cx="1069848" cy="658368"/>
          </a:xfrm>
          <a:prstGeom prst="roundRect">
            <a:avLst>
              <a:gd name="adj" fmla="val 9722"/>
            </a:avLst>
          </a:prstGeom>
          <a:solidFill>
            <a:srgbClr val="1E2761"/>
          </a:solidFill>
          <a:ln/>
        </p:spPr>
        <p:txBody>
          <a:bodyPr/>
          <a:lstStyle/>
          <a:p>
            <a:endParaRPr lang="en-US"/>
          </a:p>
        </p:txBody>
      </p:sp>
      <p:sp>
        <p:nvSpPr>
          <p:cNvPr id="16" name="Text 11"/>
          <p:cNvSpPr/>
          <p:nvPr/>
        </p:nvSpPr>
        <p:spPr>
          <a:xfrm>
            <a:off x="4037076" y="1188720"/>
            <a:ext cx="1069848" cy="658368"/>
          </a:xfrm>
          <a:prstGeom prst="rect">
            <a:avLst/>
          </a:prstGeom>
          <a:noFill/>
          <a:ln/>
        </p:spPr>
        <p:txBody>
          <a:bodyPr wrap="square" lIns="254" tIns="254" rIns="254" bIns="254"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Build</a:t>
            </a:r>
            <a:endParaRPr lang="en-US" sz="1150" dirty="0"/>
          </a:p>
        </p:txBody>
      </p:sp>
      <p:sp>
        <p:nvSpPr>
          <p:cNvPr id="17" name="Text 12"/>
          <p:cNvSpPr/>
          <p:nvPr/>
        </p:nvSpPr>
        <p:spPr>
          <a:xfrm>
            <a:off x="3954780" y="1920240"/>
            <a:ext cx="1234440" cy="38404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software-engineer</a:t>
            </a:r>
            <a:endParaRPr lang="en-US" sz="900" dirty="0"/>
          </a:p>
        </p:txBody>
      </p:sp>
      <p:pic>
        <p:nvPicPr>
          <p:cNvPr id="18" name="Image 3" descr="preencoded.png"/>
          <p:cNvPicPr>
            <a:picLocks noChangeAspect="1"/>
          </p:cNvPicPr>
          <p:nvPr/>
        </p:nvPicPr>
        <p:blipFill>
          <a:blip r:embed="rId3"/>
          <a:stretch>
            <a:fillRect/>
          </a:stretch>
        </p:blipFill>
        <p:spPr>
          <a:xfrm>
            <a:off x="5118811" y="1458468"/>
            <a:ext cx="118872" cy="118872"/>
          </a:xfrm>
          <a:prstGeom prst="rect">
            <a:avLst/>
          </a:prstGeom>
        </p:spPr>
      </p:pic>
      <p:sp>
        <p:nvSpPr>
          <p:cNvPr id="19" name="Shape 13"/>
          <p:cNvSpPr/>
          <p:nvPr/>
        </p:nvSpPr>
        <p:spPr>
          <a:xfrm>
            <a:off x="5248656" y="1188720"/>
            <a:ext cx="1069848" cy="658368"/>
          </a:xfrm>
          <a:prstGeom prst="roundRect">
            <a:avLst>
              <a:gd name="adj" fmla="val 9722"/>
            </a:avLst>
          </a:prstGeom>
          <a:solidFill>
            <a:srgbClr val="1E2761"/>
          </a:solidFill>
          <a:ln/>
        </p:spPr>
        <p:txBody>
          <a:bodyPr/>
          <a:lstStyle/>
          <a:p>
            <a:endParaRPr lang="en-US"/>
          </a:p>
        </p:txBody>
      </p:sp>
      <p:sp>
        <p:nvSpPr>
          <p:cNvPr id="20" name="Text 14"/>
          <p:cNvSpPr/>
          <p:nvPr/>
        </p:nvSpPr>
        <p:spPr>
          <a:xfrm>
            <a:off x="5248656" y="1188720"/>
            <a:ext cx="1069848" cy="658368"/>
          </a:xfrm>
          <a:prstGeom prst="rect">
            <a:avLst/>
          </a:prstGeom>
          <a:noFill/>
          <a:ln/>
        </p:spPr>
        <p:txBody>
          <a:bodyPr wrap="square" lIns="254" tIns="254" rIns="254" bIns="254"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Test</a:t>
            </a:r>
            <a:endParaRPr lang="en-US" sz="1150" dirty="0"/>
          </a:p>
        </p:txBody>
      </p:sp>
      <p:sp>
        <p:nvSpPr>
          <p:cNvPr id="21" name="Text 15"/>
          <p:cNvSpPr/>
          <p:nvPr/>
        </p:nvSpPr>
        <p:spPr>
          <a:xfrm>
            <a:off x="5166360" y="1920240"/>
            <a:ext cx="1234440" cy="38404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sqa-engineer</a:t>
            </a:r>
            <a:endParaRPr lang="en-US" sz="900" dirty="0"/>
          </a:p>
        </p:txBody>
      </p:sp>
      <p:pic>
        <p:nvPicPr>
          <p:cNvPr id="22" name="Image 4" descr="preencoded.png"/>
          <p:cNvPicPr>
            <a:picLocks noChangeAspect="1"/>
          </p:cNvPicPr>
          <p:nvPr/>
        </p:nvPicPr>
        <p:blipFill>
          <a:blip r:embed="rId3"/>
          <a:stretch>
            <a:fillRect/>
          </a:stretch>
        </p:blipFill>
        <p:spPr>
          <a:xfrm>
            <a:off x="6330391" y="1458468"/>
            <a:ext cx="118872" cy="118872"/>
          </a:xfrm>
          <a:prstGeom prst="rect">
            <a:avLst/>
          </a:prstGeom>
        </p:spPr>
      </p:pic>
      <p:sp>
        <p:nvSpPr>
          <p:cNvPr id="23" name="Shape 16"/>
          <p:cNvSpPr/>
          <p:nvPr/>
        </p:nvSpPr>
        <p:spPr>
          <a:xfrm>
            <a:off x="6460236" y="1188720"/>
            <a:ext cx="1069848" cy="658368"/>
          </a:xfrm>
          <a:prstGeom prst="roundRect">
            <a:avLst>
              <a:gd name="adj" fmla="val 9722"/>
            </a:avLst>
          </a:prstGeom>
          <a:solidFill>
            <a:srgbClr val="1E2761"/>
          </a:solidFill>
          <a:ln/>
        </p:spPr>
        <p:txBody>
          <a:bodyPr/>
          <a:lstStyle/>
          <a:p>
            <a:endParaRPr lang="en-US"/>
          </a:p>
        </p:txBody>
      </p:sp>
      <p:sp>
        <p:nvSpPr>
          <p:cNvPr id="24" name="Text 17"/>
          <p:cNvSpPr/>
          <p:nvPr/>
        </p:nvSpPr>
        <p:spPr>
          <a:xfrm>
            <a:off x="6460236" y="1188720"/>
            <a:ext cx="1069848" cy="658368"/>
          </a:xfrm>
          <a:prstGeom prst="rect">
            <a:avLst/>
          </a:prstGeom>
          <a:noFill/>
          <a:ln/>
        </p:spPr>
        <p:txBody>
          <a:bodyPr wrap="square" lIns="254" tIns="254" rIns="254" bIns="254"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p>
        </p:txBody>
      </p:sp>
      <p:sp>
        <p:nvSpPr>
          <p:cNvPr id="25" name="Text 18"/>
          <p:cNvSpPr/>
          <p:nvPr/>
        </p:nvSpPr>
        <p:spPr>
          <a:xfrm>
            <a:off x="6377940" y="1920240"/>
            <a:ext cx="1234440" cy="38404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code-reviewer</a:t>
            </a:r>
            <a:endParaRPr lang="en-US" sz="900" dirty="0"/>
          </a:p>
        </p:txBody>
      </p:sp>
      <p:pic>
        <p:nvPicPr>
          <p:cNvPr id="26" name="Image 5" descr="preencoded.png"/>
          <p:cNvPicPr>
            <a:picLocks noChangeAspect="1"/>
          </p:cNvPicPr>
          <p:nvPr/>
        </p:nvPicPr>
        <p:blipFill>
          <a:blip r:embed="rId3"/>
          <a:stretch>
            <a:fillRect/>
          </a:stretch>
        </p:blipFill>
        <p:spPr>
          <a:xfrm>
            <a:off x="7541971" y="1458468"/>
            <a:ext cx="118872" cy="118872"/>
          </a:xfrm>
          <a:prstGeom prst="rect">
            <a:avLst/>
          </a:prstGeom>
        </p:spPr>
      </p:pic>
      <p:sp>
        <p:nvSpPr>
          <p:cNvPr id="27" name="Shape 19"/>
          <p:cNvSpPr/>
          <p:nvPr/>
        </p:nvSpPr>
        <p:spPr>
          <a:xfrm>
            <a:off x="7671816" y="1188720"/>
            <a:ext cx="1069848" cy="658368"/>
          </a:xfrm>
          <a:prstGeom prst="roundRect">
            <a:avLst>
              <a:gd name="adj" fmla="val 9722"/>
            </a:avLst>
          </a:prstGeom>
          <a:solidFill>
            <a:srgbClr val="1E2761"/>
          </a:solidFill>
          <a:ln/>
        </p:spPr>
        <p:txBody>
          <a:bodyPr/>
          <a:lstStyle/>
          <a:p>
            <a:endParaRPr lang="en-US"/>
          </a:p>
        </p:txBody>
      </p:sp>
      <p:sp>
        <p:nvSpPr>
          <p:cNvPr id="28" name="Text 20"/>
          <p:cNvSpPr/>
          <p:nvPr/>
        </p:nvSpPr>
        <p:spPr>
          <a:xfrm>
            <a:off x="7671816" y="1188720"/>
            <a:ext cx="1069848" cy="658368"/>
          </a:xfrm>
          <a:prstGeom prst="rect">
            <a:avLst/>
          </a:prstGeom>
          <a:noFill/>
          <a:ln/>
        </p:spPr>
        <p:txBody>
          <a:bodyPr wrap="square" lIns="254" tIns="254" rIns="254" bIns="254"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Release</a:t>
            </a:r>
            <a:endParaRPr lang="en-US" sz="1150" dirty="0"/>
          </a:p>
        </p:txBody>
      </p:sp>
      <p:sp>
        <p:nvSpPr>
          <p:cNvPr id="29" name="Text 21"/>
          <p:cNvSpPr/>
          <p:nvPr/>
        </p:nvSpPr>
        <p:spPr>
          <a:xfrm>
            <a:off x="7589520" y="1920240"/>
            <a:ext cx="1234440" cy="38404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product-owner</a:t>
            </a:r>
            <a:endParaRPr lang="en-US" sz="900" dirty="0"/>
          </a:p>
          <a:p>
            <a:pPr marL="0" indent="0" algn="ctr">
              <a:buNone/>
            </a:pPr>
            <a:r>
              <a:rPr lang="en-US" sz="900" i="1" dirty="0">
                <a:solidFill>
                  <a:srgbClr val="64748B"/>
                </a:solidFill>
                <a:latin typeface="Calibri" pitchFamily="34" charset="0"/>
                <a:ea typeface="Calibri" pitchFamily="34" charset="-122"/>
                <a:cs typeface="Calibri" pitchFamily="34" charset="-120"/>
              </a:rPr>
              <a:t>gate + CD skills</a:t>
            </a:r>
            <a:endParaRPr lang="en-US" sz="900" dirty="0"/>
          </a:p>
        </p:txBody>
      </p:sp>
      <p:sp>
        <p:nvSpPr>
          <p:cNvPr id="30" name="Shape 22"/>
          <p:cNvSpPr/>
          <p:nvPr/>
        </p:nvSpPr>
        <p:spPr>
          <a:xfrm>
            <a:off x="1188720" y="2606040"/>
            <a:ext cx="6766560" cy="1143000"/>
          </a:xfrm>
          <a:prstGeom prst="roundRect">
            <a:avLst>
              <a:gd name="adj" fmla="val 7200"/>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31" name="Shape 23"/>
          <p:cNvSpPr/>
          <p:nvPr/>
        </p:nvSpPr>
        <p:spPr>
          <a:xfrm>
            <a:off x="1463040" y="2875788"/>
            <a:ext cx="603504" cy="603504"/>
          </a:xfrm>
          <a:prstGeom prst="ellipse">
            <a:avLst/>
          </a:prstGeom>
          <a:solidFill>
            <a:srgbClr val="2EC4B6"/>
          </a:solidFill>
          <a:ln/>
        </p:spPr>
        <p:txBody>
          <a:bodyPr/>
          <a:lstStyle/>
          <a:p>
            <a:endParaRPr lang="en-US"/>
          </a:p>
        </p:txBody>
      </p:sp>
      <p:pic>
        <p:nvPicPr>
          <p:cNvPr id="32" name="Image 6" descr="preencoded.png"/>
          <p:cNvPicPr>
            <a:picLocks noChangeAspect="1"/>
          </p:cNvPicPr>
          <p:nvPr/>
        </p:nvPicPr>
        <p:blipFill>
          <a:blip r:embed="rId4"/>
          <a:stretch>
            <a:fillRect/>
          </a:stretch>
        </p:blipFill>
        <p:spPr>
          <a:xfrm>
            <a:off x="1619951" y="3032699"/>
            <a:ext cx="289682" cy="289682"/>
          </a:xfrm>
          <a:prstGeom prst="rect">
            <a:avLst/>
          </a:prstGeom>
        </p:spPr>
      </p:pic>
      <p:sp>
        <p:nvSpPr>
          <p:cNvPr id="33" name="Text 24"/>
          <p:cNvSpPr/>
          <p:nvPr/>
        </p:nvSpPr>
        <p:spPr>
          <a:xfrm>
            <a:off x="2286000" y="2770632"/>
            <a:ext cx="5394960" cy="813816"/>
          </a:xfrm>
          <a:prstGeom prst="rect">
            <a:avLst/>
          </a:prstGeom>
          <a:noFill/>
          <a:ln/>
        </p:spPr>
        <p:txBody>
          <a:bodyPr wrap="square" lIns="0" tIns="0" rIns="0" bIns="0" rtlCol="0" anchor="ctr"/>
          <a:lstStyle/>
          <a:p>
            <a:pPr marL="0" indent="0" algn="l">
              <a:buNone/>
            </a:pPr>
            <a:r>
              <a:rPr lang="en-US" sz="1500" b="1" dirty="0">
                <a:solidFill>
                  <a:srgbClr val="1E2761"/>
                </a:solidFill>
                <a:latin typeface="Calibri" pitchFamily="34" charset="0"/>
                <a:ea typeface="Calibri" pitchFamily="34" charset="-122"/>
                <a:cs typeface="Calibri" pitchFamily="34" charset="-120"/>
              </a:rPr>
              <a:t>The human becomes the Decision Maker</a:t>
            </a:r>
            <a:endParaRPr lang="en-US" sz="1500" dirty="0"/>
          </a:p>
          <a:p>
            <a:pPr marL="0" indent="0" algn="l">
              <a:buNone/>
            </a:pPr>
            <a:r>
              <a:rPr lang="en-US" sz="1250" dirty="0">
                <a:solidFill>
                  <a:srgbClr val="334155"/>
                </a:solidFill>
                <a:latin typeface="Calibri" pitchFamily="34" charset="0"/>
                <a:ea typeface="Calibri" pitchFamily="34" charset="-122"/>
                <a:cs typeface="Calibri" pitchFamily="34" charset="-120"/>
              </a:rPr>
              <a:t>Sets intent, approves gate crossings, resolves ambiguity — and reviews artifacts, not every line of code.</a:t>
            </a:r>
            <a:endParaRPr lang="en-US" sz="1500" dirty="0"/>
          </a:p>
        </p:txBody>
      </p:sp>
      <p:sp>
        <p:nvSpPr>
          <p:cNvPr id="34" name="Text 25"/>
          <p:cNvSpPr/>
          <p:nvPr/>
        </p:nvSpPr>
        <p:spPr>
          <a:xfrm>
            <a:off x="457200" y="4069080"/>
            <a:ext cx="8229600" cy="365760"/>
          </a:xfrm>
          <a:prstGeom prst="rect">
            <a:avLst/>
          </a:prstGeom>
          <a:noFill/>
          <a:ln/>
        </p:spPr>
        <p:txBody>
          <a:bodyPr wrap="square" rtlCol="0" anchor="ctr"/>
          <a:lstStyle/>
          <a:p>
            <a:pPr marL="0" indent="0" algn="ctr">
              <a:buNone/>
            </a:pPr>
            <a:r>
              <a:rPr lang="en-US" sz="1350" i="1" dirty="0">
                <a:solidFill>
                  <a:srgbClr val="64748B"/>
                </a:solidFill>
                <a:latin typeface="Calibri" pitchFamily="34" charset="0"/>
                <a:ea typeface="Calibri" pitchFamily="34" charset="-122"/>
                <a:cs typeface="Calibri" pitchFamily="34" charset="-120"/>
              </a:rPr>
              <a:t>Handoffs are explicit: each phase produces an artifact the next phase consumes.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Multi-Agent Orchestration: The Team Behind the Flow</a:t>
            </a:r>
            <a:endParaRPr lang="en-US" sz="3000" dirty="0"/>
          </a:p>
        </p:txBody>
      </p:sp>
      <p:sp>
        <p:nvSpPr>
          <p:cNvPr id="3" name="Text 1"/>
          <p:cNvSpPr/>
          <p:nvPr/>
        </p:nvSpPr>
        <p:spPr>
          <a:xfrm>
            <a:off x="457200" y="1143000"/>
            <a:ext cx="2103120" cy="1005840"/>
          </a:xfrm>
          <a:prstGeom prst="rect">
            <a:avLst/>
          </a:prstGeom>
          <a:noFill/>
          <a:ln/>
        </p:spPr>
        <p:txBody>
          <a:bodyPr wrap="square" lIns="0" tIns="0" rIns="0" bIns="0" rtlCol="0" anchor="ctr"/>
          <a:lstStyle/>
          <a:p>
            <a:pPr marL="0" indent="0" algn="l">
              <a:buNone/>
            </a:pPr>
            <a:r>
              <a:rPr lang="en-US" sz="7200" b="1" dirty="0">
                <a:solidFill>
                  <a:srgbClr val="1E2761"/>
                </a:solidFill>
                <a:latin typeface="Cambria" pitchFamily="34" charset="0"/>
                <a:ea typeface="Cambria" pitchFamily="34" charset="-122"/>
                <a:cs typeface="Cambria" pitchFamily="34" charset="-120"/>
              </a:rPr>
              <a:t>15</a:t>
            </a:r>
            <a:endParaRPr lang="en-US" sz="7200" dirty="0"/>
          </a:p>
        </p:txBody>
      </p:sp>
      <p:sp>
        <p:nvSpPr>
          <p:cNvPr id="4" name="Text 2"/>
          <p:cNvSpPr/>
          <p:nvPr/>
        </p:nvSpPr>
        <p:spPr>
          <a:xfrm>
            <a:off x="457200" y="2286000"/>
            <a:ext cx="2148840" cy="2011680"/>
          </a:xfrm>
          <a:prstGeom prst="rect">
            <a:avLst/>
          </a:prstGeom>
          <a:noFill/>
          <a:ln/>
        </p:spPr>
        <p:txBody>
          <a:bodyPr wrap="square" lIns="0" tIns="0" rIns="0" bIns="0" rtlCol="0" anchor="t"/>
          <a:lstStyle/>
          <a:p>
            <a:pPr marL="0" indent="0" algn="l">
              <a:buNone/>
            </a:pPr>
            <a:r>
              <a:rPr lang="en-US" sz="1000" dirty="0">
                <a:solidFill>
                  <a:srgbClr val="334155"/>
                </a:solidFill>
                <a:latin typeface="Calibri" pitchFamily="34" charset="0"/>
                <a:ea typeface="Calibri" pitchFamily="34" charset="-122"/>
                <a:cs typeface="Calibri" pitchFamily="34" charset="-120"/>
              </a:rPr>
              <a:t>role-scoped agents in the ai-dlc plugin — each with its own tools, skills and persistent memory. An orchestrator delegates; a six-stage loop builds.</a:t>
            </a:r>
            <a:endParaRPr lang="en-US" sz="1000" dirty="0"/>
          </a:p>
          <a:p>
            <a:pPr marL="0" indent="0" algn="l">
              <a:spcBef>
                <a:spcPts val="600"/>
              </a:spcBef>
              <a:buNone/>
            </a:pPr>
            <a:r>
              <a:rPr lang="en-US" sz="900" i="1" dirty="0">
                <a:solidFill>
                  <a:srgbClr val="64748B"/>
                </a:solidFill>
                <a:latin typeface="Calibri" pitchFamily="34" charset="0"/>
                <a:ea typeface="Calibri" pitchFamily="34" charset="-122"/>
                <a:cs typeface="Calibri" pitchFamily="34" charset="-120"/>
              </a:rPr>
              <a:t>Opus for planning and design · Sonnet for build, test and review.</a:t>
            </a:r>
            <a:endParaRPr lang="en-US" sz="900" dirty="0"/>
          </a:p>
        </p:txBody>
      </p:sp>
      <p:sp>
        <p:nvSpPr>
          <p:cNvPr id="5" name="Shape 3"/>
          <p:cNvSpPr/>
          <p:nvPr/>
        </p:nvSpPr>
        <p:spPr>
          <a:xfrm>
            <a:off x="2880360" y="1188720"/>
            <a:ext cx="2999232" cy="749808"/>
          </a:xfrm>
          <a:prstGeom prst="roundRect">
            <a:avLst>
              <a:gd name="adj" fmla="val 909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6" name="Shape 4"/>
          <p:cNvSpPr/>
          <p:nvPr/>
        </p:nvSpPr>
        <p:spPr>
          <a:xfrm>
            <a:off x="3026664" y="1389888"/>
            <a:ext cx="347472" cy="347472"/>
          </a:xfrm>
          <a:prstGeom prst="ellipse">
            <a:avLst/>
          </a:prstGeom>
          <a:solidFill>
            <a:srgbClr val="1E2761"/>
          </a:solidFill>
          <a:ln/>
        </p:spPr>
        <p:txBody>
          <a:bodyPr/>
          <a:lstStyle/>
          <a:p>
            <a:endParaRPr lang="en-US"/>
          </a:p>
        </p:txBody>
      </p:sp>
      <p:sp>
        <p:nvSpPr>
          <p:cNvPr id="7" name="Text 5"/>
          <p:cNvSpPr/>
          <p:nvPr/>
        </p:nvSpPr>
        <p:spPr>
          <a:xfrm>
            <a:off x="3026664" y="13898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3502152" y="1261872"/>
            <a:ext cx="2212848" cy="603504"/>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Plan</a:t>
            </a:r>
            <a:r>
              <a:rPr lang="en-US" sz="800" i="1" dirty="0">
                <a:solidFill>
                  <a:srgbClr val="64748B"/>
                </a:solidFill>
                <a:latin typeface="Calibri" pitchFamily="34" charset="0"/>
                <a:ea typeface="Calibri" pitchFamily="34" charset="-122"/>
                <a:cs typeface="Calibri" pitchFamily="34" charset="-120"/>
              </a:rPr>
              <a:t>   product-owner</a:t>
            </a:r>
            <a:endParaRPr lang="en-US" sz="1100" dirty="0"/>
          </a:p>
          <a:p>
            <a:pPr marL="0" indent="0" algn="l">
              <a:buNone/>
            </a:pPr>
            <a:r>
              <a:rPr lang="en-US" sz="800" dirty="0">
                <a:solidFill>
                  <a:srgbClr val="334155"/>
                </a:solidFill>
                <a:latin typeface="Calibri" pitchFamily="34" charset="0"/>
                <a:ea typeface="Calibri" pitchFamily="34" charset="-122"/>
                <a:cs typeface="Calibri" pitchFamily="34" charset="-120"/>
              </a:rPr>
              <a:t>Scope and priority; directs requirement-analyst and product-manager.</a:t>
            </a:r>
            <a:endParaRPr lang="en-US" sz="800" dirty="0"/>
          </a:p>
        </p:txBody>
      </p:sp>
      <p:sp>
        <p:nvSpPr>
          <p:cNvPr id="9" name="Shape 7"/>
          <p:cNvSpPr/>
          <p:nvPr/>
        </p:nvSpPr>
        <p:spPr>
          <a:xfrm>
            <a:off x="2880360" y="2029968"/>
            <a:ext cx="2999232" cy="749808"/>
          </a:xfrm>
          <a:prstGeom prst="roundRect">
            <a:avLst>
              <a:gd name="adj" fmla="val 909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0" name="Shape 8"/>
          <p:cNvSpPr/>
          <p:nvPr/>
        </p:nvSpPr>
        <p:spPr>
          <a:xfrm>
            <a:off x="3026664" y="2231136"/>
            <a:ext cx="347472" cy="347472"/>
          </a:xfrm>
          <a:prstGeom prst="ellipse">
            <a:avLst/>
          </a:prstGeom>
          <a:solidFill>
            <a:srgbClr val="1E2761"/>
          </a:solidFill>
          <a:ln/>
        </p:spPr>
        <p:txBody>
          <a:bodyPr/>
          <a:lstStyle/>
          <a:p>
            <a:endParaRPr lang="en-US"/>
          </a:p>
        </p:txBody>
      </p:sp>
      <p:sp>
        <p:nvSpPr>
          <p:cNvPr id="11" name="Text 9"/>
          <p:cNvSpPr/>
          <p:nvPr/>
        </p:nvSpPr>
        <p:spPr>
          <a:xfrm>
            <a:off x="3026664" y="223113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502152" y="2103120"/>
            <a:ext cx="2212848" cy="603504"/>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Architect</a:t>
            </a:r>
            <a:r>
              <a:rPr lang="en-US" sz="800" i="1" dirty="0">
                <a:solidFill>
                  <a:srgbClr val="64748B"/>
                </a:solidFill>
                <a:latin typeface="Calibri" pitchFamily="34" charset="0"/>
                <a:ea typeface="Calibri" pitchFamily="34" charset="-122"/>
                <a:cs typeface="Calibri" pitchFamily="34" charset="-120"/>
              </a:rPr>
              <a:t>   software-architect</a:t>
            </a:r>
            <a:endParaRPr lang="en-US" sz="1100" dirty="0"/>
          </a:p>
          <a:p>
            <a:pPr marL="0" indent="0" algn="l">
              <a:buNone/>
            </a:pPr>
            <a:r>
              <a:rPr lang="en-US" sz="800" dirty="0">
                <a:solidFill>
                  <a:srgbClr val="334155"/>
                </a:solidFill>
                <a:latin typeface="Calibri" pitchFamily="34" charset="0"/>
                <a:ea typeface="Calibri" pitchFamily="34" charset="-122"/>
                <a:cs typeface="Calibri" pitchFamily="34" charset="-120"/>
              </a:rPr>
              <a:t>Technical requirement analysis, architectural design, sets the boundaries.</a:t>
            </a:r>
            <a:endParaRPr lang="en-US" sz="800" dirty="0"/>
          </a:p>
        </p:txBody>
      </p:sp>
      <p:sp>
        <p:nvSpPr>
          <p:cNvPr id="13" name="Shape 11"/>
          <p:cNvSpPr/>
          <p:nvPr/>
        </p:nvSpPr>
        <p:spPr>
          <a:xfrm>
            <a:off x="2880360" y="2871216"/>
            <a:ext cx="2999232" cy="749808"/>
          </a:xfrm>
          <a:prstGeom prst="roundRect">
            <a:avLst>
              <a:gd name="adj" fmla="val 909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4" name="Shape 12"/>
          <p:cNvSpPr/>
          <p:nvPr/>
        </p:nvSpPr>
        <p:spPr>
          <a:xfrm>
            <a:off x="3026664" y="3072384"/>
            <a:ext cx="347472" cy="347472"/>
          </a:xfrm>
          <a:prstGeom prst="ellipse">
            <a:avLst/>
          </a:prstGeom>
          <a:solidFill>
            <a:srgbClr val="1E2761"/>
          </a:solidFill>
          <a:ln/>
        </p:spPr>
        <p:txBody>
          <a:bodyPr/>
          <a:lstStyle/>
          <a:p>
            <a:endParaRPr lang="en-US"/>
          </a:p>
        </p:txBody>
      </p:sp>
      <p:sp>
        <p:nvSpPr>
          <p:cNvPr id="15" name="Text 13"/>
          <p:cNvSpPr/>
          <p:nvPr/>
        </p:nvSpPr>
        <p:spPr>
          <a:xfrm>
            <a:off x="3026664" y="307238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3502152" y="2944368"/>
            <a:ext cx="2212848" cy="603504"/>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System Design</a:t>
            </a:r>
            <a:r>
              <a:rPr lang="en-US" sz="800" i="1" dirty="0">
                <a:solidFill>
                  <a:srgbClr val="64748B"/>
                </a:solidFill>
                <a:latin typeface="Calibri" pitchFamily="34" charset="0"/>
                <a:ea typeface="Calibri" pitchFamily="34" charset="-122"/>
                <a:cs typeface="Calibri" pitchFamily="34" charset="-120"/>
              </a:rPr>
              <a:t>   system-engineer</a:t>
            </a:r>
            <a:endParaRPr lang="en-US" sz="1100" dirty="0"/>
          </a:p>
          <a:p>
            <a:pPr marL="0" indent="0" algn="l">
              <a:buNone/>
            </a:pPr>
            <a:r>
              <a:rPr lang="en-US" sz="800" dirty="0">
                <a:solidFill>
                  <a:srgbClr val="334155"/>
                </a:solidFill>
                <a:latin typeface="Calibri" pitchFamily="34" charset="0"/>
                <a:ea typeface="Calibri" pitchFamily="34" charset="-122"/>
                <a:cs typeface="Calibri" pitchFamily="34" charset="-120"/>
              </a:rPr>
              <a:t>System design and the implementation plan.</a:t>
            </a:r>
            <a:endParaRPr lang="en-US" sz="800" dirty="0"/>
          </a:p>
        </p:txBody>
      </p:sp>
      <p:sp>
        <p:nvSpPr>
          <p:cNvPr id="17" name="Shape 15"/>
          <p:cNvSpPr/>
          <p:nvPr/>
        </p:nvSpPr>
        <p:spPr>
          <a:xfrm>
            <a:off x="6035040" y="1188720"/>
            <a:ext cx="2999232" cy="749808"/>
          </a:xfrm>
          <a:prstGeom prst="roundRect">
            <a:avLst>
              <a:gd name="adj" fmla="val 909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8" name="Shape 16"/>
          <p:cNvSpPr/>
          <p:nvPr/>
        </p:nvSpPr>
        <p:spPr>
          <a:xfrm>
            <a:off x="6181344" y="1389888"/>
            <a:ext cx="347472" cy="347472"/>
          </a:xfrm>
          <a:prstGeom prst="ellipse">
            <a:avLst/>
          </a:prstGeom>
          <a:solidFill>
            <a:srgbClr val="1E2761"/>
          </a:solidFill>
          <a:ln/>
        </p:spPr>
        <p:txBody>
          <a:bodyPr/>
          <a:lstStyle/>
          <a:p>
            <a:endParaRPr lang="en-US"/>
          </a:p>
        </p:txBody>
      </p:sp>
      <p:sp>
        <p:nvSpPr>
          <p:cNvPr id="19" name="Text 17"/>
          <p:cNvSpPr/>
          <p:nvPr/>
        </p:nvSpPr>
        <p:spPr>
          <a:xfrm>
            <a:off x="6181344" y="13898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6656832" y="1261872"/>
            <a:ext cx="2212848" cy="603504"/>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Build</a:t>
            </a:r>
            <a:r>
              <a:rPr lang="en-US" sz="800" i="1" dirty="0">
                <a:solidFill>
                  <a:srgbClr val="64748B"/>
                </a:solidFill>
                <a:latin typeface="Calibri" pitchFamily="34" charset="0"/>
                <a:ea typeface="Calibri" pitchFamily="34" charset="-122"/>
                <a:cs typeface="Calibri" pitchFamily="34" charset="-120"/>
              </a:rPr>
              <a:t>   software-engineer</a:t>
            </a:r>
            <a:endParaRPr lang="en-US" sz="1100" dirty="0"/>
          </a:p>
          <a:p>
            <a:pPr marL="0" indent="0" algn="l">
              <a:buNone/>
            </a:pPr>
            <a:r>
              <a:rPr lang="en-US" sz="800" dirty="0">
                <a:solidFill>
                  <a:srgbClr val="334155"/>
                </a:solidFill>
                <a:latin typeface="Calibri" pitchFamily="34" charset="0"/>
                <a:ea typeface="Calibri" pitchFamily="34" charset="-122"/>
                <a:cs typeface="Calibri" pitchFamily="34" charset="-120"/>
              </a:rPr>
              <a:t>Implements features, fixes bugs, runs refactors.</a:t>
            </a:r>
            <a:endParaRPr lang="en-US" sz="800" dirty="0"/>
          </a:p>
        </p:txBody>
      </p:sp>
      <p:sp>
        <p:nvSpPr>
          <p:cNvPr id="21" name="Shape 19"/>
          <p:cNvSpPr/>
          <p:nvPr/>
        </p:nvSpPr>
        <p:spPr>
          <a:xfrm>
            <a:off x="6035040" y="2029968"/>
            <a:ext cx="2999232" cy="749808"/>
          </a:xfrm>
          <a:prstGeom prst="roundRect">
            <a:avLst>
              <a:gd name="adj" fmla="val 909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22" name="Shape 20"/>
          <p:cNvSpPr/>
          <p:nvPr/>
        </p:nvSpPr>
        <p:spPr>
          <a:xfrm>
            <a:off x="6181344" y="2231136"/>
            <a:ext cx="347472" cy="347472"/>
          </a:xfrm>
          <a:prstGeom prst="ellipse">
            <a:avLst/>
          </a:prstGeom>
          <a:solidFill>
            <a:srgbClr val="1E2761"/>
          </a:solidFill>
          <a:ln/>
        </p:spPr>
        <p:txBody>
          <a:bodyPr/>
          <a:lstStyle/>
          <a:p>
            <a:endParaRPr lang="en-US"/>
          </a:p>
        </p:txBody>
      </p:sp>
      <p:sp>
        <p:nvSpPr>
          <p:cNvPr id="23" name="Text 21"/>
          <p:cNvSpPr/>
          <p:nvPr/>
        </p:nvSpPr>
        <p:spPr>
          <a:xfrm>
            <a:off x="6181344" y="223113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6656832" y="2103120"/>
            <a:ext cx="2212848" cy="603504"/>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Test</a:t>
            </a:r>
            <a:r>
              <a:rPr lang="en-US" sz="800" i="1" dirty="0">
                <a:solidFill>
                  <a:srgbClr val="64748B"/>
                </a:solidFill>
                <a:latin typeface="Calibri" pitchFamily="34" charset="0"/>
                <a:ea typeface="Calibri" pitchFamily="34" charset="-122"/>
                <a:cs typeface="Calibri" pitchFamily="34" charset="-120"/>
              </a:rPr>
              <a:t>   sqa-engineer</a:t>
            </a:r>
            <a:endParaRPr lang="en-US" sz="1100" dirty="0"/>
          </a:p>
          <a:p>
            <a:pPr marL="0" indent="0" algn="l">
              <a:buNone/>
            </a:pPr>
            <a:r>
              <a:rPr lang="en-US" sz="800" dirty="0">
                <a:solidFill>
                  <a:srgbClr val="334155"/>
                </a:solidFill>
                <a:latin typeface="Calibri" pitchFamily="34" charset="0"/>
                <a:ea typeface="Calibri" pitchFamily="34" charset="-122"/>
                <a:cs typeface="Calibri" pitchFamily="34" charset="-120"/>
              </a:rPr>
              <a:t>Designs the test suite and implements the test cases.</a:t>
            </a:r>
            <a:endParaRPr lang="en-US" sz="800" dirty="0"/>
          </a:p>
        </p:txBody>
      </p:sp>
      <p:sp>
        <p:nvSpPr>
          <p:cNvPr id="25" name="Shape 23"/>
          <p:cNvSpPr/>
          <p:nvPr/>
        </p:nvSpPr>
        <p:spPr>
          <a:xfrm>
            <a:off x="6035040" y="2871216"/>
            <a:ext cx="2999232" cy="749808"/>
          </a:xfrm>
          <a:prstGeom prst="roundRect">
            <a:avLst>
              <a:gd name="adj" fmla="val 909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26" name="Shape 24"/>
          <p:cNvSpPr/>
          <p:nvPr/>
        </p:nvSpPr>
        <p:spPr>
          <a:xfrm>
            <a:off x="6181344" y="3072384"/>
            <a:ext cx="347472" cy="347472"/>
          </a:xfrm>
          <a:prstGeom prst="ellipse">
            <a:avLst/>
          </a:prstGeom>
          <a:solidFill>
            <a:srgbClr val="1E2761"/>
          </a:solidFill>
          <a:ln/>
        </p:spPr>
        <p:txBody>
          <a:bodyPr/>
          <a:lstStyle/>
          <a:p>
            <a:endParaRPr lang="en-US"/>
          </a:p>
        </p:txBody>
      </p:sp>
      <p:sp>
        <p:nvSpPr>
          <p:cNvPr id="27" name="Text 25"/>
          <p:cNvSpPr/>
          <p:nvPr/>
        </p:nvSpPr>
        <p:spPr>
          <a:xfrm>
            <a:off x="6181344" y="307238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p:nvPr/>
        </p:nvSpPr>
        <p:spPr>
          <a:xfrm>
            <a:off x="6656832" y="2944368"/>
            <a:ext cx="2212848" cy="603504"/>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Review</a:t>
            </a:r>
            <a:r>
              <a:rPr lang="en-US" sz="800" i="1" dirty="0">
                <a:solidFill>
                  <a:srgbClr val="64748B"/>
                </a:solidFill>
                <a:latin typeface="Calibri" pitchFamily="34" charset="0"/>
                <a:ea typeface="Calibri" pitchFamily="34" charset="-122"/>
                <a:cs typeface="Calibri" pitchFamily="34" charset="-120"/>
              </a:rPr>
              <a:t>   code-reviewer</a:t>
            </a:r>
            <a:endParaRPr lang="en-US" sz="1100" dirty="0"/>
          </a:p>
          <a:p>
            <a:pPr marL="0" indent="0" algn="l">
              <a:buNone/>
            </a:pPr>
            <a:r>
              <a:rPr lang="en-US" sz="800" dirty="0">
                <a:solidFill>
                  <a:srgbClr val="334155"/>
                </a:solidFill>
                <a:latin typeface="Calibri" pitchFamily="34" charset="0"/>
                <a:ea typeface="Calibri" pitchFamily="34" charset="-122"/>
                <a:cs typeface="Calibri" pitchFamily="34" charset="-120"/>
              </a:rPr>
              <a:t>Reviews both engineer and SQA code — loops until conventions are met.</a:t>
            </a:r>
            <a:endParaRPr lang="en-US" sz="800" dirty="0"/>
          </a:p>
        </p:txBody>
      </p:sp>
      <p:sp>
        <p:nvSpPr>
          <p:cNvPr id="29" name="Shape 27"/>
          <p:cNvSpPr/>
          <p:nvPr/>
        </p:nvSpPr>
        <p:spPr>
          <a:xfrm>
            <a:off x="2880360" y="3767328"/>
            <a:ext cx="6153912" cy="914400"/>
          </a:xfrm>
          <a:prstGeom prst="roundRect">
            <a:avLst>
              <a:gd name="adj" fmla="val 8000"/>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30" name="Shape 28"/>
          <p:cNvSpPr/>
          <p:nvPr/>
        </p:nvSpPr>
        <p:spPr>
          <a:xfrm>
            <a:off x="3063240" y="3995928"/>
            <a:ext cx="457200" cy="457200"/>
          </a:xfrm>
          <a:prstGeom prst="ellipse">
            <a:avLst/>
          </a:prstGeom>
          <a:solidFill>
            <a:srgbClr val="2EC4B6"/>
          </a:solidFill>
          <a:ln/>
        </p:spPr>
        <p:txBody>
          <a:bodyPr/>
          <a:lstStyle/>
          <a:p>
            <a:endParaRPr lang="en-US"/>
          </a:p>
        </p:txBody>
      </p:sp>
      <p:pic>
        <p:nvPicPr>
          <p:cNvPr id="31" name="Image 0" descr="preencoded.png"/>
          <p:cNvPicPr>
            <a:picLocks noChangeAspect="1"/>
          </p:cNvPicPr>
          <p:nvPr/>
        </p:nvPicPr>
        <p:blipFill>
          <a:blip r:embed="rId3"/>
          <a:stretch>
            <a:fillRect/>
          </a:stretch>
        </p:blipFill>
        <p:spPr>
          <a:xfrm>
            <a:off x="3182112" y="4114800"/>
            <a:ext cx="219456" cy="219456"/>
          </a:xfrm>
          <a:prstGeom prst="rect">
            <a:avLst/>
          </a:prstGeom>
        </p:spPr>
      </p:pic>
      <p:sp>
        <p:nvSpPr>
          <p:cNvPr id="32" name="Text 29"/>
          <p:cNvSpPr/>
          <p:nvPr/>
        </p:nvSpPr>
        <p:spPr>
          <a:xfrm>
            <a:off x="3657600" y="3840480"/>
            <a:ext cx="5212080" cy="768096"/>
          </a:xfrm>
          <a:prstGeom prst="rect">
            <a:avLst/>
          </a:prstGeom>
          <a:noFill/>
          <a:ln/>
        </p:spPr>
        <p:txBody>
          <a:bodyPr wrap="square" lIns="0" tIns="0" rIns="0" bIns="0" rtlCol="0" anchor="ctr"/>
          <a:lstStyle/>
          <a:p>
            <a:pPr marL="0" indent="0" algn="l">
              <a:buNone/>
            </a:pPr>
            <a:r>
              <a:rPr lang="en-US" sz="1200" b="1" dirty="0">
                <a:solidFill>
                  <a:srgbClr val="1E2761"/>
                </a:solidFill>
                <a:latin typeface="Calibri" pitchFamily="34" charset="0"/>
                <a:ea typeface="Calibri" pitchFamily="34" charset="-122"/>
                <a:cs typeface="Calibri" pitchFamily="34" charset="-120"/>
              </a:rPr>
              <a:t>Cross-cutting</a:t>
            </a:r>
            <a:endParaRPr lang="en-US" sz="1200" dirty="0"/>
          </a:p>
          <a:p>
            <a:pPr marL="0" indent="0" algn="l">
              <a:buNone/>
            </a:pPr>
            <a:r>
              <a:rPr lang="en-US" sz="950" dirty="0">
                <a:solidFill>
                  <a:srgbClr val="334155"/>
                </a:solidFill>
                <a:latin typeface="Calibri" pitchFamily="34" charset="0"/>
                <a:ea typeface="Calibri" pitchFamily="34" charset="-122"/>
                <a:cs typeface="Calibri" pitchFamily="34" charset="-120"/>
              </a:rPr>
              <a:t>orchestrator routes and only delegates · agent‑manager alone changes agents, skills, hooks, rules and manages Claude/Copilot plugins · documentation‑writer writes docs, brutal‑critique reviews them · presentation‑manager owns slide decks · research‑assistant owns research · devops‑engineer ships releases</a:t>
            </a:r>
            <a:endParaRPr lang="en-US" sz="950" dirty="0"/>
          </a:p>
        </p:txBody>
      </p:sp>
      <p:sp>
        <p:nvSpPr>
          <p:cNvPr id="200" name="ColHeaderPlanning"/>
          <p:cNvSpPr/>
          <p:nvPr/>
        </p:nvSpPr>
        <p:spPr>
          <a:xfrm>
            <a:off x="2880360" y="932688"/>
            <a:ext cx="2999232" cy="210312"/>
          </a:xfrm>
          <a:prstGeom prst="rect">
            <a:avLst/>
          </a:prstGeom>
          <a:noFill/>
          <a:ln/>
        </p:spPr>
        <p:txBody>
          <a:bodyPr wrap="square" lIns="0" tIns="0" rIns="0" bIns="0" rtlCol="0" anchor="ctr"/>
          <a:lstStyle/>
          <a:p>
            <a:pPr marL="0" indent="0" algn="l">
              <a:buNone/>
            </a:pPr>
            <a:r>
              <a:rPr lang="en-US" sz="1150" b="1" dirty="0">
                <a:solidFill>
                  <a:srgbClr val="1E2761"/>
                </a:solidFill>
                <a:latin typeface="Calibri" pitchFamily="34" charset="0"/>
                <a:ea typeface="Calibri" pitchFamily="34" charset="-122"/>
                <a:cs typeface="Calibri" pitchFamily="34" charset="-120"/>
              </a:rPr>
              <a:t>Planning</a:t>
            </a:r>
            <a:r>
              <a:rPr lang="en-US" sz="800" i="1" dirty="0">
                <a:solidFill>
                  <a:srgbClr val="64748B"/>
                </a:solidFill>
                <a:latin typeface="Calibri" pitchFamily="34" charset="0"/>
                <a:ea typeface="Calibri" pitchFamily="34" charset="-122"/>
                <a:cs typeface="Calibri" pitchFamily="34" charset="-120"/>
              </a:rPr>
              <a:t>   intent → boundaries → design</a:t>
            </a:r>
            <a:endParaRPr lang="en-US" sz="1150" dirty="0"/>
          </a:p>
        </p:txBody>
      </p:sp>
      <p:sp>
        <p:nvSpPr>
          <p:cNvPr id="201" name="ColHeaderImplementation"/>
          <p:cNvSpPr/>
          <p:nvPr/>
        </p:nvSpPr>
        <p:spPr>
          <a:xfrm>
            <a:off x="6035040" y="932688"/>
            <a:ext cx="2999232" cy="210312"/>
          </a:xfrm>
          <a:prstGeom prst="rect">
            <a:avLst/>
          </a:prstGeom>
          <a:noFill/>
          <a:ln/>
        </p:spPr>
        <p:txBody>
          <a:bodyPr wrap="square" lIns="0" tIns="0" rIns="0" bIns="0" rtlCol="0" anchor="ctr"/>
          <a:lstStyle/>
          <a:p>
            <a:pPr marL="0" indent="0" algn="l">
              <a:buNone/>
            </a:pPr>
            <a:r>
              <a:rPr lang="en-US" sz="1150" b="1" dirty="0">
                <a:solidFill>
                  <a:srgbClr val="1E2761"/>
                </a:solidFill>
                <a:latin typeface="Calibri" pitchFamily="34" charset="0"/>
                <a:ea typeface="Calibri" pitchFamily="34" charset="-122"/>
                <a:cs typeface="Calibri" pitchFamily="34" charset="-120"/>
              </a:rPr>
              <a:t>Implementation</a:t>
            </a:r>
            <a:r>
              <a:rPr lang="en-US" sz="800" i="1" dirty="0">
                <a:solidFill>
                  <a:srgbClr val="64748B"/>
                </a:solidFill>
                <a:latin typeface="Calibri" pitchFamily="34" charset="0"/>
                <a:ea typeface="Calibri" pitchFamily="34" charset="-122"/>
                <a:cs typeface="Calibri" pitchFamily="34" charset="-120"/>
              </a:rPr>
              <a:t>   code → tests → review</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140" name="OrchestratorCard"/>
          <p:cNvSpPr/>
          <p:nvPr/>
        </p:nvSpPr>
        <p:spPr>
          <a:xfrm>
            <a:off x="274320" y="2103120"/>
            <a:ext cx="1645920" cy="1554480"/>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endParaRPr/>
          </a:p>
        </p:txBody>
      </p:sp>
      <p:sp>
        <p:nvSpPr>
          <p:cNvPr id="2" name="Text 0"/>
          <p:cNvSpPr/>
          <p:nvPr/>
        </p:nvSpPr>
        <p:spPr>
          <a:xfrm>
            <a:off x="457200" y="302035"/>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The Orchestrated Flow: Trust, but Verify</a:t>
            </a:r>
            <a:endParaRPr lang="en-US" sz="3000" dirty="0"/>
          </a:p>
        </p:txBody>
      </p:sp>
      <p:sp>
        <p:nvSpPr>
          <p:cNvPr id="26" name="Shape 18"/>
          <p:cNvSpPr/>
          <p:nvPr/>
        </p:nvSpPr>
        <p:spPr>
          <a:xfrm>
            <a:off x="841248" y="2176272"/>
            <a:ext cx="512064" cy="512064"/>
          </a:xfrm>
          <a:prstGeom prst="ellipse">
            <a:avLst/>
          </a:prstGeom>
          <a:solidFill>
            <a:srgbClr val="2EC4B6"/>
          </a:solidFill>
          <a:ln/>
        </p:spPr>
        <p:txBody>
          <a:bodyPr/>
          <a:lstStyle/>
          <a:p>
            <a:endParaRPr lang="en-US"/>
          </a:p>
        </p:txBody>
      </p:sp>
      <p:pic>
        <p:nvPicPr>
          <p:cNvPr id="27" name="Image 6" descr="preencoded.png"/>
          <p:cNvPicPr>
            <a:picLocks noChangeAspect="1"/>
          </p:cNvPicPr>
          <p:nvPr/>
        </p:nvPicPr>
        <p:blipFill>
          <a:blip r:embed="rId3"/>
          <a:stretch>
            <a:fillRect/>
          </a:stretch>
        </p:blipFill>
        <p:spPr>
          <a:xfrm>
            <a:off x="985266" y="2320290"/>
            <a:ext cx="224028" cy="224028"/>
          </a:xfrm>
          <a:prstGeom prst="rect">
            <a:avLst/>
          </a:prstGeom>
        </p:spPr>
      </p:pic>
      <p:sp>
        <p:nvSpPr>
          <p:cNvPr id="101" name="Node1"/>
          <p:cNvSpPr/>
          <p:nvPr/>
        </p:nvSpPr>
        <p:spPr>
          <a:xfrm>
            <a:off x="2574861" y="2831941"/>
            <a:ext cx="960120" cy="566928"/>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50" b="1" dirty="0">
                <a:solidFill>
                  <a:srgbClr val="1E2761"/>
                </a:solidFill>
                <a:latin typeface="Calibri"/>
              </a:rPr>
              <a:t>Product Owner</a:t>
            </a:r>
            <a:br>
              <a:rPr dirty="0"/>
            </a:br>
            <a:r>
              <a:rPr lang="en-US" sz="750" dirty="0">
                <a:solidFill>
                  <a:srgbClr val="64748B"/>
                </a:solidFill>
                <a:latin typeface="Calibri"/>
              </a:rPr>
              <a:t>stories + ACs · PM triage</a:t>
            </a:r>
          </a:p>
        </p:txBody>
      </p:sp>
      <p:sp>
        <p:nvSpPr>
          <p:cNvPr id="102" name="Node2"/>
          <p:cNvSpPr/>
          <p:nvPr/>
        </p:nvSpPr>
        <p:spPr>
          <a:xfrm>
            <a:off x="2847471" y="1662684"/>
            <a:ext cx="960120" cy="566928"/>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50" b="1" dirty="0">
                <a:solidFill>
                  <a:srgbClr val="1E2761"/>
                </a:solidFill>
                <a:latin typeface="Calibri"/>
              </a:rPr>
              <a:t>Software Architect</a:t>
            </a:r>
            <a:br>
              <a:rPr dirty="0"/>
            </a:br>
            <a:r>
              <a:rPr lang="en-US" sz="750" dirty="0">
                <a:solidFill>
                  <a:srgbClr val="64748B"/>
                </a:solidFill>
                <a:latin typeface="Calibri"/>
              </a:rPr>
              <a:t>specs + Narratives</a:t>
            </a:r>
          </a:p>
        </p:txBody>
      </p:sp>
      <p:sp>
        <p:nvSpPr>
          <p:cNvPr id="103" name="Node3"/>
          <p:cNvSpPr/>
          <p:nvPr/>
        </p:nvSpPr>
        <p:spPr>
          <a:xfrm>
            <a:off x="4098356" y="1060704"/>
            <a:ext cx="960120" cy="566928"/>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50" b="1" dirty="0">
                <a:solidFill>
                  <a:srgbClr val="1E2761"/>
                </a:solidFill>
                <a:latin typeface="Calibri"/>
              </a:rPr>
              <a:t>System Engineer</a:t>
            </a:r>
            <a:br>
              <a:rPr dirty="0"/>
            </a:br>
            <a:r>
              <a:rPr lang="en-US" sz="750" dirty="0">
                <a:solidFill>
                  <a:srgbClr val="64748B"/>
                </a:solidFill>
                <a:latin typeface="Calibri"/>
              </a:rPr>
              <a:t>low-level design</a:t>
            </a:r>
          </a:p>
        </p:txBody>
      </p:sp>
      <p:sp>
        <p:nvSpPr>
          <p:cNvPr id="104" name="Node4"/>
          <p:cNvSpPr/>
          <p:nvPr/>
        </p:nvSpPr>
        <p:spPr>
          <a:xfrm>
            <a:off x="5486400" y="1767220"/>
            <a:ext cx="1060117" cy="566928"/>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50" b="1" dirty="0">
                <a:solidFill>
                  <a:srgbClr val="1E2761"/>
                </a:solidFill>
                <a:latin typeface="Calibri"/>
              </a:rPr>
              <a:t>Software Engineer</a:t>
            </a:r>
            <a:br>
              <a:rPr dirty="0"/>
            </a:br>
            <a:r>
              <a:rPr lang="en-US" sz="750" dirty="0">
                <a:solidFill>
                  <a:srgbClr val="64748B"/>
                </a:solidFill>
                <a:latin typeface="Calibri"/>
              </a:rPr>
              <a:t>implementation</a:t>
            </a:r>
          </a:p>
        </p:txBody>
      </p:sp>
      <p:sp>
        <p:nvSpPr>
          <p:cNvPr id="105" name="Node5"/>
          <p:cNvSpPr/>
          <p:nvPr/>
        </p:nvSpPr>
        <p:spPr>
          <a:xfrm>
            <a:off x="5226547" y="3218688"/>
            <a:ext cx="960120" cy="566928"/>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50" b="1" dirty="0">
                <a:solidFill>
                  <a:srgbClr val="1E2761"/>
                </a:solidFill>
                <a:latin typeface="Calibri"/>
              </a:rPr>
              <a:t>SQA Engineer</a:t>
            </a:r>
            <a:br>
              <a:rPr dirty="0"/>
            </a:br>
            <a:r>
              <a:rPr lang="en-US" sz="750" dirty="0">
                <a:solidFill>
                  <a:srgbClr val="64748B"/>
                </a:solidFill>
                <a:latin typeface="Calibri"/>
              </a:rPr>
              <a:t>test suite + gates</a:t>
            </a:r>
          </a:p>
        </p:txBody>
      </p:sp>
      <p:sp>
        <p:nvSpPr>
          <p:cNvPr id="106" name="Node6"/>
          <p:cNvSpPr/>
          <p:nvPr/>
        </p:nvSpPr>
        <p:spPr>
          <a:xfrm>
            <a:off x="3878758" y="3924067"/>
            <a:ext cx="960120" cy="566928"/>
          </a:xfrm>
          <a:prstGeom prst="roundRect">
            <a:avLst>
              <a:gd name="adj" fmla="val 11000"/>
            </a:avLst>
          </a:prstGeom>
          <a:solidFill>
            <a:srgbClr val="1E2761"/>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50" b="1" dirty="0">
                <a:solidFill>
                  <a:srgbClr val="FFFFFF"/>
                </a:solidFill>
                <a:latin typeface="Calibri"/>
              </a:rPr>
              <a:t>Code Reviewer</a:t>
            </a:r>
            <a:br/>
            <a:r>
              <a:rPr lang="en-US" sz="750" dirty="0">
                <a:solidFill>
                  <a:srgbClr val="CADCFC"/>
                </a:solidFill>
                <a:latin typeface="Calibri"/>
              </a:rPr>
              <a:t>findings report</a:t>
            </a:r>
          </a:p>
        </p:txBody>
      </p:sp>
      <p:sp>
        <p:nvSpPr>
          <p:cNvPr id="110" name="GapLoop1"/>
          <p:cNvSpPr/>
          <p:nvPr/>
        </p:nvSpPr>
        <p:spPr>
          <a:xfrm>
            <a:off x="5016500" y="1353720"/>
            <a:ext cx="520700" cy="500480"/>
          </a:xfrm>
          <a:custGeom>
            <a:avLst/>
            <a:gdLst/>
            <a:ahLst/>
            <a:cxnLst/>
            <a:rect l="0" t="0" r="520700" b="500480"/>
            <a:pathLst>
              <a:path w="520700" h="500480">
                <a:moveTo>
                  <a:pt x="76200" y="119480"/>
                </a:moveTo>
                <a:quadBezTo>
                  <a:pt x="422292" y="76200"/>
                  <a:pt x="444500" y="424280"/>
                </a:quadBezTo>
              </a:path>
            </a:pathLst>
          </a:custGeom>
          <a:noFill/>
          <a:ln w="22225" cap="rnd">
            <a:solidFill>
              <a:srgbClr val="E8A33D"/>
            </a:solidFill>
            <a:round/>
            <a:headEnd type="none"/>
            <a:tailEnd type="triangle" w="med" len="med"/>
          </a:ln>
        </p:spPr>
        <p:txBody>
          <a:bodyPr/>
          <a:lstStyle/>
          <a:p>
            <a:endParaRPr lang="en-US"/>
          </a:p>
        </p:txBody>
      </p:sp>
      <p:sp>
        <p:nvSpPr>
          <p:cNvPr id="120" name="GapWord1"/>
          <p:cNvSpPr txBox="1"/>
          <p:nvPr/>
        </p:nvSpPr>
        <p:spPr>
          <a:xfrm>
            <a:off x="2166271" y="2474345"/>
            <a:ext cx="1188720" cy="164592"/>
          </a:xfrm>
          <a:prstGeom prst="rect">
            <a:avLst/>
          </a:prstGeom>
        </p:spPr>
        <p:txBody>
          <a:bodyPr wrap="square" lIns="0" tIns="0" rIns="0" bIns="0"/>
          <a:lstStyle/>
          <a:p>
            <a:pPr algn="ctr"/>
            <a:r>
              <a:rPr lang="en-US" sz="800" i="1" dirty="0">
                <a:solidFill>
                  <a:srgbClr val="E8A33D"/>
                </a:solidFill>
                <a:latin typeface="Calibri"/>
              </a:rPr>
              <a:t>Clarify</a:t>
            </a:r>
          </a:p>
        </p:txBody>
      </p:sp>
      <p:sp>
        <p:nvSpPr>
          <p:cNvPr id="111" name="GapLoop2"/>
          <p:cNvSpPr/>
          <p:nvPr/>
        </p:nvSpPr>
        <p:spPr>
          <a:xfrm>
            <a:off x="5689600" y="2273300"/>
            <a:ext cx="391752" cy="1003300"/>
          </a:xfrm>
          <a:custGeom>
            <a:avLst/>
            <a:gdLst/>
            <a:ahLst/>
            <a:cxnLst/>
            <a:rect l="0" t="0" r="391752" b="1003300"/>
            <a:pathLst>
              <a:path w="391752" h="1003300">
                <a:moveTo>
                  <a:pt x="203200" y="76200"/>
                </a:moveTo>
                <a:quadBezTo>
                  <a:pt x="315552" y="527897"/>
                  <a:pt x="76200" y="927100"/>
                </a:quadBezTo>
              </a:path>
            </a:pathLst>
          </a:custGeom>
          <a:noFill/>
          <a:ln w="22225" cap="rnd">
            <a:solidFill>
              <a:srgbClr val="E8A33D"/>
            </a:solidFill>
            <a:round/>
            <a:headEnd type="none"/>
            <a:tailEnd type="triangle" w="med" len="med"/>
          </a:ln>
        </p:spPr>
        <p:txBody>
          <a:bodyPr/>
          <a:lstStyle/>
          <a:p>
            <a:endParaRPr lang="en-US"/>
          </a:p>
        </p:txBody>
      </p:sp>
      <p:sp>
        <p:nvSpPr>
          <p:cNvPr id="121" name="GapWord2"/>
          <p:cNvSpPr txBox="1"/>
          <p:nvPr/>
        </p:nvSpPr>
        <p:spPr>
          <a:xfrm rot="19692539">
            <a:off x="2973596" y="1261872"/>
            <a:ext cx="1188720" cy="164592"/>
          </a:xfrm>
          <a:prstGeom prst="rect">
            <a:avLst/>
          </a:prstGeom>
        </p:spPr>
        <p:txBody>
          <a:bodyPr wrap="square" lIns="0" tIns="0" rIns="0" bIns="0"/>
          <a:lstStyle/>
          <a:p>
            <a:pPr algn="ctr"/>
            <a:r>
              <a:rPr lang="en-US" sz="1000" i="1" dirty="0">
                <a:solidFill>
                  <a:srgbClr val="E8A33D"/>
                </a:solidFill>
                <a:latin typeface="Calibri"/>
              </a:rPr>
              <a:t>Refine</a:t>
            </a:r>
          </a:p>
        </p:txBody>
      </p:sp>
      <p:sp>
        <p:nvSpPr>
          <p:cNvPr id="112" name="GapLoop3"/>
          <p:cNvSpPr/>
          <p:nvPr/>
        </p:nvSpPr>
        <p:spPr>
          <a:xfrm>
            <a:off x="4751094" y="3733801"/>
            <a:ext cx="963906" cy="540038"/>
          </a:xfrm>
          <a:custGeom>
            <a:avLst/>
            <a:gdLst/>
            <a:ahLst/>
            <a:cxnLst/>
            <a:rect l="0" t="0" r="901700" b="546671"/>
            <a:pathLst>
              <a:path w="901700" h="546671">
                <a:moveTo>
                  <a:pt x="825500" y="76200"/>
                </a:moveTo>
                <a:quadBezTo>
                  <a:pt x="554462" y="470471"/>
                  <a:pt x="76200" y="457200"/>
                </a:quadBezTo>
              </a:path>
            </a:pathLst>
          </a:custGeom>
          <a:noFill/>
          <a:ln w="22225" cap="rnd">
            <a:solidFill>
              <a:srgbClr val="E8A33D"/>
            </a:solidFill>
            <a:round/>
            <a:headEnd type="none"/>
            <a:tailEnd type="triangle" w="med" len="med"/>
          </a:ln>
        </p:spPr>
        <p:txBody>
          <a:bodyPr/>
          <a:lstStyle/>
          <a:p>
            <a:endParaRPr lang="en-US"/>
          </a:p>
        </p:txBody>
      </p:sp>
      <p:sp>
        <p:nvSpPr>
          <p:cNvPr id="122" name="GapWord3"/>
          <p:cNvSpPr txBox="1"/>
          <p:nvPr/>
        </p:nvSpPr>
        <p:spPr>
          <a:xfrm rot="2320797">
            <a:off x="4849700" y="1416340"/>
            <a:ext cx="1188720" cy="164592"/>
          </a:xfrm>
          <a:prstGeom prst="rect">
            <a:avLst/>
          </a:prstGeom>
        </p:spPr>
        <p:txBody>
          <a:bodyPr wrap="square" lIns="0" tIns="0" rIns="0" bIns="0"/>
          <a:lstStyle/>
          <a:p>
            <a:pPr algn="ctr"/>
            <a:r>
              <a:rPr lang="en-US" sz="1000" i="1" dirty="0">
                <a:solidFill>
                  <a:srgbClr val="E8A33D"/>
                </a:solidFill>
                <a:latin typeface="Calibri"/>
              </a:rPr>
              <a:t>Align</a:t>
            </a:r>
          </a:p>
        </p:txBody>
      </p:sp>
      <p:sp>
        <p:nvSpPr>
          <p:cNvPr id="113" name="GapLoop4"/>
          <p:cNvSpPr/>
          <p:nvPr/>
        </p:nvSpPr>
        <p:spPr>
          <a:xfrm>
            <a:off x="3746500" y="1600236"/>
            <a:ext cx="1803400" cy="469864"/>
          </a:xfrm>
          <a:custGeom>
            <a:avLst/>
            <a:gdLst/>
            <a:ahLst/>
            <a:cxnLst/>
            <a:rect l="0" t="0" r="1803400" b="469864"/>
            <a:pathLst>
              <a:path w="1803400" h="469864">
                <a:moveTo>
                  <a:pt x="76200" y="393664"/>
                </a:moveTo>
                <a:quadBezTo>
                  <a:pt x="897011" y="76200"/>
                  <a:pt x="1727200" y="368264"/>
                </a:quadBezTo>
              </a:path>
            </a:pathLst>
          </a:custGeom>
          <a:noFill/>
          <a:ln w="22225" cap="rnd">
            <a:solidFill>
              <a:srgbClr val="E8A33D"/>
            </a:solidFill>
            <a:round/>
            <a:headEnd type="none"/>
            <a:tailEnd type="triangle" w="med" len="med"/>
          </a:ln>
        </p:spPr>
        <p:txBody>
          <a:bodyPr/>
          <a:lstStyle/>
          <a:p>
            <a:endParaRPr lang="en-US"/>
          </a:p>
        </p:txBody>
      </p:sp>
      <p:sp>
        <p:nvSpPr>
          <p:cNvPr id="123" name="GapWord4"/>
          <p:cNvSpPr txBox="1"/>
          <p:nvPr/>
        </p:nvSpPr>
        <p:spPr>
          <a:xfrm>
            <a:off x="5739580" y="2645883"/>
            <a:ext cx="1280160" cy="434829"/>
          </a:xfrm>
          <a:prstGeom prst="rect">
            <a:avLst/>
          </a:prstGeom>
        </p:spPr>
        <p:txBody>
          <a:bodyPr wrap="square" lIns="0" tIns="0" rIns="0" bIns="0"/>
          <a:lstStyle/>
          <a:p>
            <a:pPr algn="ctr"/>
            <a:r>
              <a:rPr lang="en-US" sz="800" i="1" dirty="0">
                <a:solidFill>
                  <a:srgbClr val="E8A33D"/>
                </a:solidFill>
                <a:latin typeface="Calibri"/>
              </a:rPr>
              <a:t>Quality Check </a:t>
            </a:r>
          </a:p>
          <a:p>
            <a:pPr algn="ctr"/>
            <a:r>
              <a:rPr lang="en-US" sz="800" i="1" dirty="0">
                <a:solidFill>
                  <a:srgbClr val="E8A33D"/>
                </a:solidFill>
                <a:latin typeface="Calibri"/>
              </a:rPr>
              <a:t>&amp; </a:t>
            </a:r>
          </a:p>
          <a:p>
            <a:pPr algn="ctr"/>
            <a:r>
              <a:rPr lang="en-US" sz="800" i="1" dirty="0">
                <a:solidFill>
                  <a:srgbClr val="E8A33D"/>
                </a:solidFill>
                <a:latin typeface="Calibri"/>
              </a:rPr>
              <a:t>Refinement</a:t>
            </a:r>
          </a:p>
        </p:txBody>
      </p:sp>
      <p:sp>
        <p:nvSpPr>
          <p:cNvPr id="124" name="GapWord5"/>
          <p:cNvSpPr txBox="1"/>
          <p:nvPr/>
        </p:nvSpPr>
        <p:spPr>
          <a:xfrm>
            <a:off x="5155712" y="4109670"/>
            <a:ext cx="762975" cy="426995"/>
          </a:xfrm>
          <a:prstGeom prst="rect">
            <a:avLst/>
          </a:prstGeom>
        </p:spPr>
        <p:txBody>
          <a:bodyPr wrap="square" lIns="0" tIns="0" rIns="0" bIns="0"/>
          <a:lstStyle/>
          <a:p>
            <a:pPr algn="ctr"/>
            <a:r>
              <a:rPr lang="en-US" sz="800" i="1" dirty="0">
                <a:solidFill>
                  <a:srgbClr val="E8A33D"/>
                </a:solidFill>
                <a:latin typeface="Calibri"/>
              </a:rPr>
              <a:t>Quality Audit </a:t>
            </a:r>
          </a:p>
          <a:p>
            <a:pPr algn="ctr"/>
            <a:r>
              <a:rPr lang="en-US" sz="800" i="1" dirty="0">
                <a:solidFill>
                  <a:srgbClr val="E8A33D"/>
                </a:solidFill>
                <a:latin typeface="Calibri"/>
              </a:rPr>
              <a:t>&amp; </a:t>
            </a:r>
          </a:p>
          <a:p>
            <a:pPr algn="ctr"/>
            <a:r>
              <a:rPr lang="en-US" sz="800" i="1" dirty="0">
                <a:solidFill>
                  <a:srgbClr val="E8A33D"/>
                </a:solidFill>
                <a:latin typeface="Calibri"/>
              </a:rPr>
              <a:t>Refinement</a:t>
            </a:r>
          </a:p>
        </p:txBody>
      </p:sp>
      <p:sp>
        <p:nvSpPr>
          <p:cNvPr id="115" name="GapLoop6"/>
          <p:cNvSpPr/>
          <p:nvPr/>
        </p:nvSpPr>
        <p:spPr>
          <a:xfrm>
            <a:off x="2776319" y="2171700"/>
            <a:ext cx="449481" cy="723900"/>
          </a:xfrm>
          <a:custGeom>
            <a:avLst/>
            <a:gdLst/>
            <a:ahLst/>
            <a:cxnLst/>
            <a:rect l="0" t="0" r="449481" b="723900"/>
            <a:pathLst>
              <a:path w="449481" h="723900">
                <a:moveTo>
                  <a:pt x="220881" y="647700"/>
                </a:moveTo>
                <a:quadBezTo>
                  <a:pt x="76200" y="303048"/>
                  <a:pt x="373281" y="76200"/>
                </a:quadBezTo>
              </a:path>
            </a:pathLst>
          </a:custGeom>
          <a:noFill/>
          <a:ln w="22225" cap="rnd">
            <a:solidFill>
              <a:srgbClr val="E8A33D"/>
            </a:solidFill>
            <a:round/>
            <a:headEnd type="none"/>
            <a:tailEnd type="triangle" w="med" len="med"/>
          </a:ln>
        </p:spPr>
        <p:txBody>
          <a:bodyPr/>
          <a:lstStyle/>
          <a:p>
            <a:endParaRPr lang="en-US"/>
          </a:p>
        </p:txBody>
      </p:sp>
      <p:sp>
        <p:nvSpPr>
          <p:cNvPr id="125" name="GapWord6"/>
          <p:cNvSpPr txBox="1"/>
          <p:nvPr/>
        </p:nvSpPr>
        <p:spPr>
          <a:xfrm>
            <a:off x="3807591" y="4552591"/>
            <a:ext cx="1097280" cy="164592"/>
          </a:xfrm>
          <a:prstGeom prst="rect">
            <a:avLst/>
          </a:prstGeom>
        </p:spPr>
        <p:txBody>
          <a:bodyPr wrap="square" lIns="0" tIns="0" rIns="0" bIns="0"/>
          <a:lstStyle/>
          <a:p>
            <a:pPr algn="ctr"/>
            <a:r>
              <a:rPr lang="en-US" sz="800" i="1" dirty="0">
                <a:solidFill>
                  <a:srgbClr val="E8A33D"/>
                </a:solidFill>
                <a:latin typeface="Calibri"/>
              </a:rPr>
              <a:t>approve</a:t>
            </a:r>
          </a:p>
        </p:txBody>
      </p:sp>
      <p:sp>
        <p:nvSpPr>
          <p:cNvPr id="116" name="GapLoop7"/>
          <p:cNvSpPr/>
          <p:nvPr/>
        </p:nvSpPr>
        <p:spPr>
          <a:xfrm rot="20618453">
            <a:off x="3215739" y="1260827"/>
            <a:ext cx="1033272" cy="337748"/>
          </a:xfrm>
          <a:custGeom>
            <a:avLst/>
            <a:gdLst/>
            <a:ahLst/>
            <a:cxnLst/>
            <a:rect l="0" t="0" r="609600" b="375190"/>
            <a:pathLst>
              <a:path w="609600" h="375190">
                <a:moveTo>
                  <a:pt x="76200" y="298990"/>
                </a:moveTo>
                <a:quadBezTo>
                  <a:pt x="250570" y="76200"/>
                  <a:pt x="533400" y="83090"/>
                </a:quadBezTo>
              </a:path>
            </a:pathLst>
          </a:custGeom>
          <a:noFill/>
          <a:ln w="22225" cap="rnd">
            <a:solidFill>
              <a:srgbClr val="E8A33D"/>
            </a:solidFill>
            <a:round/>
            <a:headEnd type="none"/>
            <a:tailEnd type="triangle" w="med" len="med"/>
          </a:ln>
        </p:spPr>
        <p:txBody>
          <a:bodyPr/>
          <a:lstStyle/>
          <a:p>
            <a:endParaRPr lang="en-US"/>
          </a:p>
        </p:txBody>
      </p:sp>
      <p:sp>
        <p:nvSpPr>
          <p:cNvPr id="130" name="ChordArchEng"/>
          <p:cNvSpPr/>
          <p:nvPr/>
        </p:nvSpPr>
        <p:spPr>
          <a:xfrm>
            <a:off x="4419600" y="2311400"/>
            <a:ext cx="1219200" cy="1689100"/>
          </a:xfrm>
          <a:custGeom>
            <a:avLst/>
            <a:gdLst/>
            <a:ahLst/>
            <a:cxnLst/>
            <a:rect l="0" t="0" r="1219200" b="1638300"/>
            <a:pathLst>
              <a:path w="1219200" h="1638300">
                <a:moveTo>
                  <a:pt x="1143000" y="76200"/>
                </a:moveTo>
                <a:quadBezTo>
                  <a:pt x="815930" y="967285"/>
                  <a:pt x="76200" y="1562100"/>
                </a:quadBezTo>
              </a:path>
            </a:pathLst>
          </a:custGeom>
          <a:noFill/>
          <a:ln w="22225" cap="rnd">
            <a:solidFill>
              <a:srgbClr val="E8A33D"/>
            </a:solidFill>
            <a:round/>
            <a:headEnd type="none"/>
            <a:tailEnd type="triangle" w="med" len="med"/>
          </a:ln>
        </p:spPr>
        <p:txBody>
          <a:bodyPr/>
          <a:lstStyle/>
          <a:p>
            <a:endParaRPr lang="en-US"/>
          </a:p>
        </p:txBody>
      </p:sp>
      <p:sp>
        <p:nvSpPr>
          <p:cNvPr id="132" name="ChordWordArchEng"/>
          <p:cNvSpPr txBox="1"/>
          <p:nvPr/>
        </p:nvSpPr>
        <p:spPr>
          <a:xfrm>
            <a:off x="4356231" y="2305867"/>
            <a:ext cx="762985" cy="308313"/>
          </a:xfrm>
          <a:prstGeom prst="rect">
            <a:avLst/>
          </a:prstGeom>
        </p:spPr>
        <p:txBody>
          <a:bodyPr wrap="square" lIns="0" tIns="0" rIns="0" bIns="0"/>
          <a:lstStyle/>
          <a:p>
            <a:pPr algn="ctr"/>
            <a:r>
              <a:rPr lang="en-US" sz="800" i="1" dirty="0">
                <a:solidFill>
                  <a:srgbClr val="E8A33D"/>
                </a:solidFill>
                <a:latin typeface="Calibri"/>
              </a:rPr>
              <a:t>Architecture </a:t>
            </a:r>
          </a:p>
          <a:p>
            <a:pPr algn="ctr"/>
            <a:r>
              <a:rPr lang="en-US" sz="800" i="1" dirty="0">
                <a:solidFill>
                  <a:srgbClr val="E8A33D"/>
                </a:solidFill>
                <a:latin typeface="Calibri"/>
              </a:rPr>
              <a:t>Conformance</a:t>
            </a:r>
          </a:p>
        </p:txBody>
      </p:sp>
      <p:sp>
        <p:nvSpPr>
          <p:cNvPr id="133" name="ChordWordEngRev"/>
          <p:cNvSpPr txBox="1"/>
          <p:nvPr/>
        </p:nvSpPr>
        <p:spPr>
          <a:xfrm>
            <a:off x="3987800" y="3175000"/>
            <a:ext cx="640080" cy="475729"/>
          </a:xfrm>
          <a:prstGeom prst="rect">
            <a:avLst/>
          </a:prstGeom>
        </p:spPr>
        <p:txBody>
          <a:bodyPr wrap="square" lIns="0" tIns="0" rIns="0" bIns="0"/>
          <a:lstStyle/>
          <a:p>
            <a:pPr algn="ctr"/>
            <a:r>
              <a:rPr lang="en-US" sz="800" i="1" dirty="0">
                <a:solidFill>
                  <a:srgbClr val="E8A33D"/>
                </a:solidFill>
                <a:latin typeface="Calibri"/>
              </a:rPr>
              <a:t>Code Audit </a:t>
            </a:r>
          </a:p>
          <a:p>
            <a:pPr algn="ctr"/>
            <a:r>
              <a:rPr lang="en-US" sz="800" i="1" dirty="0">
                <a:solidFill>
                  <a:srgbClr val="E8A33D"/>
                </a:solidFill>
                <a:latin typeface="Calibri"/>
              </a:rPr>
              <a:t>&amp; </a:t>
            </a:r>
          </a:p>
          <a:p>
            <a:pPr algn="ctr"/>
            <a:r>
              <a:rPr lang="en-US" sz="800" i="1" dirty="0">
                <a:solidFill>
                  <a:srgbClr val="E8A33D"/>
                </a:solidFill>
                <a:latin typeface="Calibri"/>
              </a:rPr>
              <a:t>Refinement</a:t>
            </a:r>
          </a:p>
        </p:txBody>
      </p:sp>
      <p:sp>
        <p:nvSpPr>
          <p:cNvPr id="141" name="OrchestratorText"/>
          <p:cNvSpPr txBox="1"/>
          <p:nvPr/>
        </p:nvSpPr>
        <p:spPr>
          <a:xfrm>
            <a:off x="384048" y="2743200"/>
            <a:ext cx="1426464" cy="530352"/>
          </a:xfrm>
          <a:prstGeom prst="rect">
            <a:avLst/>
          </a:prstGeom>
        </p:spPr>
        <p:txBody>
          <a:bodyPr wrap="square" lIns="0" tIns="0" rIns="0" bIns="0"/>
          <a:lstStyle/>
          <a:p>
            <a:pPr algn="ctr"/>
            <a:r>
              <a:rPr lang="en-US" sz="1050" b="1" dirty="0">
                <a:solidFill>
                  <a:srgbClr val="1E2761"/>
                </a:solidFill>
                <a:latin typeface="Calibri"/>
              </a:rPr>
              <a:t>Orchestrator Agent</a:t>
            </a:r>
          </a:p>
          <a:p>
            <a:pPr algn="ctr"/>
            <a:r>
              <a:rPr lang="en-US" sz="800" dirty="0">
                <a:solidFill>
                  <a:srgbClr val="334155"/>
                </a:solidFill>
                <a:latin typeface="Calibri"/>
              </a:rPr>
              <a:t>Gets user intent · delegates · verifies artifacts · approves gates</a:t>
            </a:r>
          </a:p>
        </p:txBody>
      </p:sp>
      <p:sp>
        <p:nvSpPr>
          <p:cNvPr id="400" name="TriageAgentPill" descr="triage-agent: classifies, decomposes and routes requests for the orchestrator"/>
          <p:cNvSpPr/>
          <p:nvPr/>
        </p:nvSpPr>
        <p:spPr>
          <a:xfrm>
            <a:off x="365760" y="3227832"/>
            <a:ext cx="1463040" cy="356616"/>
          </a:xfrm>
          <a:prstGeom prst="roundRect">
            <a:avLst>
              <a:gd name="adj" fmla="val 22000"/>
            </a:avLst>
          </a:prstGeom>
          <a:solidFill>
            <a:srgbClr val="FFFFFF"/>
          </a:solidFill>
          <a:ln w="9525">
            <a:solidFill>
              <a:srgbClr val="2EC4B6"/>
            </a:solidFill>
          </a:ln>
        </p:spPr>
        <p:txBody>
          <a:bodyPr wrap="square" lIns="18000" tIns="9000" rIns="18000" bIns="9000" anchor="ctr"/>
          <a:lstStyle/>
          <a:p>
            <a:pPr algn="ctr"/>
            <a:r>
              <a:rPr lang="en-US" sz="850" b="1" dirty="0">
                <a:solidFill>
                  <a:srgbClr val="1E2761"/>
                </a:solidFill>
                <a:latin typeface="Calibri"/>
              </a:rPr>
              <a:t>request-routing</a:t>
            </a:r>
            <a:br>
              <a:rPr dirty="0"/>
            </a:br>
            <a:r>
              <a:rPr lang="en-US" sz="700" dirty="0">
                <a:solidFill>
                  <a:srgbClr val="64748B"/>
                </a:solidFill>
                <a:latin typeface="Calibri"/>
              </a:rPr>
              <a:t>picks workflow · agents · mode</a:t>
            </a:r>
          </a:p>
        </p:txBody>
      </p:sp>
      <p:sp>
        <p:nvSpPr>
          <p:cNvPr id="146" name="OrchLink"/>
          <p:cNvSpPr/>
          <p:nvPr/>
        </p:nvSpPr>
        <p:spPr>
          <a:xfrm>
            <a:off x="1920240" y="3108960"/>
            <a:ext cx="685800" cy="0"/>
          </a:xfrm>
          <a:prstGeom prst="line">
            <a:avLst/>
          </a:prstGeom>
          <a:ln w="19050">
            <a:solidFill>
              <a:srgbClr val="1E2761"/>
            </a:solidFill>
            <a:prstDash val="solid"/>
            <a:bevel/>
            <a:headEnd type="triangle"/>
            <a:tailEnd type="triangle"/>
          </a:ln>
        </p:spPr>
        <p:txBody>
          <a:bodyPr/>
          <a:lstStyle/>
          <a:p>
            <a:endParaRPr lang="en-US"/>
          </a:p>
        </p:txBody>
      </p:sp>
      <p:sp>
        <p:nvSpPr>
          <p:cNvPr id="148" name="PanelHeader"/>
          <p:cNvSpPr txBox="1"/>
          <p:nvPr/>
        </p:nvSpPr>
        <p:spPr>
          <a:xfrm>
            <a:off x="7269480" y="799114"/>
            <a:ext cx="1609344" cy="164592"/>
          </a:xfrm>
          <a:prstGeom prst="rect">
            <a:avLst/>
          </a:prstGeom>
        </p:spPr>
        <p:txBody>
          <a:bodyPr wrap="square" lIns="0" tIns="0" rIns="0" bIns="0"/>
          <a:lstStyle/>
          <a:p>
            <a:pPr algn="ctr"/>
            <a:r>
              <a:rPr lang="en-US" sz="850" i="1" dirty="0">
                <a:solidFill>
                  <a:srgbClr val="64748B"/>
                </a:solidFill>
                <a:latin typeface="Calibri"/>
              </a:rPr>
              <a:t>cross-cutting</a:t>
            </a:r>
          </a:p>
        </p:txBody>
      </p:sp>
      <p:sp>
        <p:nvSpPr>
          <p:cNvPr id="143" name="Chip1"/>
          <p:cNvSpPr/>
          <p:nvPr/>
        </p:nvSpPr>
        <p:spPr>
          <a:xfrm>
            <a:off x="7269480" y="1036007"/>
            <a:ext cx="1600200" cy="685800"/>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00" b="1" dirty="0">
                <a:solidFill>
                  <a:srgbClr val="1E2761"/>
                </a:solidFill>
                <a:latin typeface="Calibri"/>
              </a:rPr>
              <a:t>documentation-writer</a:t>
            </a:r>
            <a:br/>
            <a:r>
              <a:rPr lang="en-US" sz="750" dirty="0">
                <a:solidFill>
                  <a:srgbClr val="64748B"/>
                </a:solidFill>
                <a:latin typeface="Calibri"/>
              </a:rPr>
              <a:t>writes docs at every stage</a:t>
            </a:r>
          </a:p>
        </p:txBody>
      </p:sp>
      <p:sp>
        <p:nvSpPr>
          <p:cNvPr id="144" name="Chip2"/>
          <p:cNvSpPr/>
          <p:nvPr/>
        </p:nvSpPr>
        <p:spPr>
          <a:xfrm>
            <a:off x="7269480" y="2050090"/>
            <a:ext cx="1600200" cy="424255"/>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00" b="1" dirty="0">
                <a:solidFill>
                  <a:srgbClr val="1E2761"/>
                </a:solidFill>
                <a:latin typeface="Calibri"/>
              </a:rPr>
              <a:t>brutal-critique</a:t>
            </a:r>
            <a:br>
              <a:rPr dirty="0"/>
            </a:br>
            <a:r>
              <a:rPr lang="en-US" sz="750" dirty="0">
                <a:solidFill>
                  <a:srgbClr val="64748B"/>
                </a:solidFill>
                <a:latin typeface="Calibri"/>
              </a:rPr>
              <a:t>parallel doc critiques</a:t>
            </a:r>
          </a:p>
        </p:txBody>
      </p:sp>
      <p:sp>
        <p:nvSpPr>
          <p:cNvPr id="145" name="Chip3"/>
          <p:cNvSpPr/>
          <p:nvPr/>
        </p:nvSpPr>
        <p:spPr>
          <a:xfrm>
            <a:off x="7269480" y="2676505"/>
            <a:ext cx="1600200" cy="498495"/>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00" b="1" dirty="0">
                <a:solidFill>
                  <a:srgbClr val="1E2761"/>
                </a:solidFill>
                <a:latin typeface="Calibri"/>
              </a:rPr>
              <a:t>research-assistant</a:t>
            </a:r>
            <a:br>
              <a:rPr dirty="0"/>
            </a:br>
            <a:r>
              <a:rPr lang="en-US" sz="750" dirty="0">
                <a:solidFill>
                  <a:srgbClr val="64748B"/>
                </a:solidFill>
                <a:latin typeface="Calibri"/>
              </a:rPr>
              <a:t>runs research · owns the knowledge base</a:t>
            </a:r>
          </a:p>
        </p:txBody>
      </p:sp>
      <p:sp>
        <p:nvSpPr>
          <p:cNvPr id="202" name="Chip4"/>
          <p:cNvSpPr/>
          <p:nvPr/>
        </p:nvSpPr>
        <p:spPr>
          <a:xfrm>
            <a:off x="7269480" y="3378329"/>
            <a:ext cx="1600200" cy="498495"/>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00" b="1" dirty="0">
                <a:solidFill>
                  <a:srgbClr val="1E2761"/>
                </a:solidFill>
                <a:latin typeface="Calibri"/>
              </a:rPr>
              <a:t>agent-manager</a:t>
            </a:r>
            <a:br>
              <a:rPr dirty="0"/>
            </a:br>
            <a:r>
              <a:rPr lang="en-US" sz="750" dirty="0">
                <a:solidFill>
                  <a:srgbClr val="64748B"/>
                </a:solidFill>
                <a:latin typeface="Calibri"/>
              </a:rPr>
              <a:t>the Agent Resource Manager</a:t>
            </a:r>
          </a:p>
        </p:txBody>
      </p:sp>
      <p:sp>
        <p:nvSpPr>
          <p:cNvPr id="147" name="PanelLink"/>
          <p:cNvSpPr/>
          <p:nvPr/>
        </p:nvSpPr>
        <p:spPr>
          <a:xfrm>
            <a:off x="6849835" y="1360050"/>
            <a:ext cx="377517" cy="0"/>
          </a:xfrm>
          <a:prstGeom prst="line">
            <a:avLst/>
          </a:prstGeom>
          <a:ln w="19050">
            <a:solidFill>
              <a:srgbClr val="1E2761"/>
            </a:solidFill>
            <a:prstDash val="solid"/>
            <a:headEnd type="triangle"/>
            <a:tailEnd type="triangle"/>
          </a:ln>
        </p:spPr>
        <p:txBody>
          <a:bodyPr/>
          <a:lstStyle/>
          <a:p>
            <a:endParaRPr lang="en-US"/>
          </a:p>
        </p:txBody>
      </p:sp>
      <p:sp>
        <p:nvSpPr>
          <p:cNvPr id="3" name="GapLoop6"/>
          <p:cNvSpPr/>
          <p:nvPr/>
        </p:nvSpPr>
        <p:spPr>
          <a:xfrm>
            <a:off x="2984500" y="2171700"/>
            <a:ext cx="444312" cy="723900"/>
          </a:xfrm>
          <a:custGeom>
            <a:avLst/>
            <a:gdLst/>
            <a:ahLst/>
            <a:cxnLst/>
            <a:rect l="0" t="0" r="444312" b="723900"/>
            <a:pathLst>
              <a:path w="444312" h="723900">
                <a:moveTo>
                  <a:pt x="215900" y="76200"/>
                </a:moveTo>
                <a:quadBezTo>
                  <a:pt x="368112" y="416232"/>
                  <a:pt x="76200" y="647700"/>
                </a:quadBezTo>
              </a:path>
            </a:pathLst>
          </a:custGeom>
          <a:noFill/>
          <a:ln w="22225" cap="rnd">
            <a:solidFill>
              <a:srgbClr val="E8A33D"/>
            </a:solidFill>
            <a:round/>
            <a:headEnd type="none"/>
            <a:tailEnd type="triangle" w="med" len="med"/>
          </a:ln>
        </p:spPr>
        <p:txBody>
          <a:bodyPr/>
          <a:lstStyle/>
          <a:p>
            <a:endParaRPr lang="en-US"/>
          </a:p>
        </p:txBody>
      </p:sp>
      <p:sp>
        <p:nvSpPr>
          <p:cNvPr id="4" name="GapLoop7"/>
          <p:cNvSpPr/>
          <p:nvPr/>
        </p:nvSpPr>
        <p:spPr>
          <a:xfrm rot="20580000">
            <a:off x="3175516" y="1202774"/>
            <a:ext cx="1099329" cy="576072"/>
          </a:xfrm>
          <a:custGeom>
            <a:avLst/>
            <a:gdLst/>
            <a:ahLst/>
            <a:cxnLst/>
            <a:rect l="0" t="0" r="457200" b="328464"/>
            <a:pathLst>
              <a:path w="457200" h="328464">
                <a:moveTo>
                  <a:pt x="381000" y="76200"/>
                </a:moveTo>
                <a:quadBezTo>
                  <a:pt x="273193" y="252264"/>
                  <a:pt x="76200" y="190500"/>
                </a:quadBezTo>
              </a:path>
            </a:pathLst>
          </a:custGeom>
          <a:noFill/>
          <a:ln w="22225" cap="rnd">
            <a:solidFill>
              <a:srgbClr val="E8A33D"/>
            </a:solidFill>
            <a:round/>
            <a:headEnd type="none"/>
            <a:tailEnd type="triangle" w="med" len="med"/>
          </a:ln>
        </p:spPr>
        <p:txBody>
          <a:bodyPr/>
          <a:lstStyle/>
          <a:p>
            <a:endParaRPr lang="en-US"/>
          </a:p>
        </p:txBody>
      </p:sp>
      <p:sp>
        <p:nvSpPr>
          <p:cNvPr id="5" name="GapLoop1"/>
          <p:cNvSpPr/>
          <p:nvPr/>
        </p:nvSpPr>
        <p:spPr>
          <a:xfrm>
            <a:off x="5003800" y="1460500"/>
            <a:ext cx="533400" cy="506278"/>
          </a:xfrm>
          <a:custGeom>
            <a:avLst/>
            <a:gdLst/>
            <a:ahLst/>
            <a:cxnLst/>
            <a:rect l="0" t="0" r="533400" b="506278"/>
            <a:pathLst>
              <a:path w="533400" h="506278">
                <a:moveTo>
                  <a:pt x="457200" y="393700"/>
                </a:moveTo>
                <a:quadBezTo>
                  <a:pt x="104093" y="430078"/>
                  <a:pt x="76200" y="76200"/>
                </a:quadBezTo>
              </a:path>
            </a:pathLst>
          </a:custGeom>
          <a:noFill/>
          <a:ln w="22225" cap="rnd">
            <a:solidFill>
              <a:srgbClr val="E8A33D"/>
            </a:solidFill>
            <a:round/>
            <a:headEnd type="none"/>
            <a:tailEnd type="triangle" w="med" len="med"/>
          </a:ln>
        </p:spPr>
        <p:txBody>
          <a:bodyPr/>
          <a:lstStyle/>
          <a:p>
            <a:endParaRPr lang="en-US"/>
          </a:p>
        </p:txBody>
      </p:sp>
      <p:sp>
        <p:nvSpPr>
          <p:cNvPr id="6" name="GapLoop2"/>
          <p:cNvSpPr/>
          <p:nvPr/>
        </p:nvSpPr>
        <p:spPr>
          <a:xfrm>
            <a:off x="5526448" y="2273300"/>
            <a:ext cx="391752" cy="1003300"/>
          </a:xfrm>
          <a:custGeom>
            <a:avLst/>
            <a:gdLst/>
            <a:ahLst/>
            <a:cxnLst/>
            <a:rect l="0" t="0" r="391752" b="1003300"/>
            <a:pathLst>
              <a:path w="391752" h="1003300">
                <a:moveTo>
                  <a:pt x="188552" y="927100"/>
                </a:moveTo>
                <a:quadBezTo>
                  <a:pt x="76200" y="475403"/>
                  <a:pt x="315552" y="76200"/>
                </a:quadBezTo>
              </a:path>
            </a:pathLst>
          </a:custGeom>
          <a:noFill/>
          <a:ln w="22225" cap="rnd">
            <a:solidFill>
              <a:srgbClr val="E8A33D"/>
            </a:solidFill>
            <a:round/>
            <a:headEnd type="none"/>
            <a:tailEnd type="triangle" w="med" len="med"/>
          </a:ln>
        </p:spPr>
        <p:txBody>
          <a:bodyPr/>
          <a:lstStyle/>
          <a:p>
            <a:endParaRPr lang="en-US"/>
          </a:p>
        </p:txBody>
      </p:sp>
      <p:sp>
        <p:nvSpPr>
          <p:cNvPr id="7" name="GapLoop3"/>
          <p:cNvSpPr/>
          <p:nvPr/>
        </p:nvSpPr>
        <p:spPr>
          <a:xfrm rot="1200000">
            <a:off x="4824263" y="3623609"/>
            <a:ext cx="824012" cy="699540"/>
          </a:xfrm>
          <a:custGeom>
            <a:avLst/>
            <a:gdLst/>
            <a:ahLst/>
            <a:cxnLst/>
            <a:rect l="0" t="0" r="533400" b="609600"/>
            <a:pathLst>
              <a:path w="533400" h="609600">
                <a:moveTo>
                  <a:pt x="76200" y="533400"/>
                </a:moveTo>
                <a:quadBezTo>
                  <a:pt x="149623" y="207236"/>
                  <a:pt x="457200" y="76200"/>
                </a:quadBezTo>
              </a:path>
            </a:pathLst>
          </a:custGeom>
          <a:noFill/>
          <a:ln w="22225" cap="rnd">
            <a:solidFill>
              <a:srgbClr val="E8A33D"/>
            </a:solidFill>
            <a:round/>
            <a:headEnd type="none"/>
            <a:tailEnd type="triangle" w="med" len="med"/>
          </a:ln>
        </p:spPr>
        <p:txBody>
          <a:bodyPr/>
          <a:lstStyle/>
          <a:p>
            <a:endParaRPr lang="en-US"/>
          </a:p>
        </p:txBody>
      </p:sp>
      <p:sp>
        <p:nvSpPr>
          <p:cNvPr id="8" name="ChordArchEng"/>
          <p:cNvSpPr/>
          <p:nvPr/>
        </p:nvSpPr>
        <p:spPr>
          <a:xfrm>
            <a:off x="4317999" y="2273300"/>
            <a:ext cx="1320801" cy="1676400"/>
          </a:xfrm>
          <a:custGeom>
            <a:avLst/>
            <a:gdLst/>
            <a:ahLst/>
            <a:cxnLst/>
            <a:rect l="0" t="0" r="1219200" b="1638300"/>
            <a:pathLst>
              <a:path w="1219200" h="1638300">
                <a:moveTo>
                  <a:pt x="76200" y="1562100"/>
                </a:moveTo>
                <a:quadBezTo>
                  <a:pt x="403270" y="671015"/>
                  <a:pt x="1143000" y="76200"/>
                </a:quadBezTo>
              </a:path>
            </a:pathLst>
          </a:custGeom>
          <a:noFill/>
          <a:ln w="22225" cap="rnd">
            <a:solidFill>
              <a:srgbClr val="E8A33D"/>
            </a:solidFill>
            <a:round/>
            <a:headEnd type="none"/>
            <a:tailEnd type="triangle" w="med" len="med"/>
          </a:ln>
        </p:spPr>
        <p:txBody>
          <a:bodyPr/>
          <a:lstStyle/>
          <a:p>
            <a:endParaRPr lang="en-US"/>
          </a:p>
        </p:txBody>
      </p:sp>
      <p:sp>
        <p:nvSpPr>
          <p:cNvPr id="9" name="GapLoop4"/>
          <p:cNvSpPr/>
          <p:nvPr/>
        </p:nvSpPr>
        <p:spPr>
          <a:xfrm>
            <a:off x="3746500" y="2006600"/>
            <a:ext cx="1803400" cy="463541"/>
          </a:xfrm>
          <a:custGeom>
            <a:avLst/>
            <a:gdLst/>
            <a:ahLst/>
            <a:cxnLst/>
            <a:rect l="0" t="0" r="1803400" b="463541"/>
            <a:pathLst>
              <a:path w="1803400" h="463541">
                <a:moveTo>
                  <a:pt x="1727200" y="76200"/>
                </a:moveTo>
                <a:quadBezTo>
                  <a:pt x="904045" y="387341"/>
                  <a:pt x="76200" y="88900"/>
                </a:quadBezTo>
              </a:path>
            </a:pathLst>
          </a:custGeom>
          <a:noFill/>
          <a:ln w="22225" cap="rnd">
            <a:solidFill>
              <a:srgbClr val="E8A33D"/>
            </a:solidFill>
            <a:round/>
            <a:headEnd type="none"/>
            <a:tailEnd type="triangle" w="med" len="med"/>
          </a:ln>
        </p:spPr>
        <p:txBody>
          <a:bodyPr/>
          <a:lstStyle/>
          <a:p>
            <a:endParaRPr lang="en-US"/>
          </a:p>
        </p:txBody>
      </p:sp>
      <p:sp>
        <p:nvSpPr>
          <p:cNvPr id="16" name="PanelLink">
            <a:extLst>
              <a:ext uri="{FF2B5EF4-FFF2-40B4-BE49-F238E27FC236}">
                <a16:creationId xmlns:a16="http://schemas.microsoft.com/office/drawing/2014/main" id="{7424048E-88E8-442F-4356-611F290C0E3B}"/>
              </a:ext>
            </a:extLst>
          </p:cNvPr>
          <p:cNvSpPr/>
          <p:nvPr/>
        </p:nvSpPr>
        <p:spPr>
          <a:xfrm>
            <a:off x="6878116" y="2919952"/>
            <a:ext cx="377517" cy="0"/>
          </a:xfrm>
          <a:prstGeom prst="line">
            <a:avLst/>
          </a:prstGeom>
          <a:ln w="19050">
            <a:solidFill>
              <a:srgbClr val="1E2761"/>
            </a:solidFill>
            <a:prstDash val="solid"/>
            <a:headEnd type="triangle"/>
            <a:tailEnd type="triangle"/>
          </a:ln>
        </p:spPr>
        <p:txBody>
          <a:bodyPr/>
          <a:lstStyle/>
          <a:p>
            <a:endParaRPr lang="en-US"/>
          </a:p>
        </p:txBody>
      </p:sp>
      <p:sp>
        <p:nvSpPr>
          <p:cNvPr id="18" name="PanelLink">
            <a:extLst>
              <a:ext uri="{FF2B5EF4-FFF2-40B4-BE49-F238E27FC236}">
                <a16:creationId xmlns:a16="http://schemas.microsoft.com/office/drawing/2014/main" id="{7D07C17D-96EC-BB79-883A-FD95011331CD}"/>
              </a:ext>
            </a:extLst>
          </p:cNvPr>
          <p:cNvSpPr/>
          <p:nvPr/>
        </p:nvSpPr>
        <p:spPr>
          <a:xfrm flipH="1" flipV="1">
            <a:off x="8069580" y="1763070"/>
            <a:ext cx="0" cy="261874"/>
          </a:xfrm>
          <a:prstGeom prst="line">
            <a:avLst/>
          </a:prstGeom>
          <a:ln w="19050">
            <a:solidFill>
              <a:srgbClr val="1E2761"/>
            </a:solidFill>
            <a:prstDash val="solid"/>
            <a:headEnd type="triangle"/>
            <a:tailEnd type="triangle"/>
          </a:ln>
        </p:spPr>
        <p:txBody>
          <a:bodyPr/>
          <a:lstStyle/>
          <a:p>
            <a:endParaRPr lang="en-US"/>
          </a:p>
        </p:txBody>
      </p:sp>
      <p:sp>
        <p:nvSpPr>
          <p:cNvPr id="11" name="Shape 17">
            <a:extLst>
              <a:ext uri="{FF2B5EF4-FFF2-40B4-BE49-F238E27FC236}">
                <a16:creationId xmlns:a16="http://schemas.microsoft.com/office/drawing/2014/main" id="{03712E3E-8EB7-0B24-0F85-81F904BA706C}"/>
              </a:ext>
            </a:extLst>
          </p:cNvPr>
          <p:cNvSpPr/>
          <p:nvPr/>
        </p:nvSpPr>
        <p:spPr>
          <a:xfrm>
            <a:off x="296133" y="3839540"/>
            <a:ext cx="3492432" cy="1202717"/>
          </a:xfrm>
          <a:prstGeom prst="roundRect">
            <a:avLst>
              <a:gd name="adj" fmla="val 6207"/>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3" name="Shape 18">
            <a:extLst>
              <a:ext uri="{FF2B5EF4-FFF2-40B4-BE49-F238E27FC236}">
                <a16:creationId xmlns:a16="http://schemas.microsoft.com/office/drawing/2014/main" id="{DD0C32EE-485D-8826-D358-2F9CEAD1036C}"/>
              </a:ext>
            </a:extLst>
          </p:cNvPr>
          <p:cNvSpPr/>
          <p:nvPr/>
        </p:nvSpPr>
        <p:spPr>
          <a:xfrm>
            <a:off x="334409" y="4060594"/>
            <a:ext cx="603504" cy="603504"/>
          </a:xfrm>
          <a:prstGeom prst="ellipse">
            <a:avLst/>
          </a:prstGeom>
          <a:solidFill>
            <a:srgbClr val="2EC4B6"/>
          </a:solidFill>
          <a:ln/>
        </p:spPr>
        <p:txBody>
          <a:bodyPr/>
          <a:lstStyle/>
          <a:p>
            <a:endParaRPr lang="en-US"/>
          </a:p>
        </p:txBody>
      </p:sp>
      <p:sp>
        <p:nvSpPr>
          <p:cNvPr id="15" name="Text 19">
            <a:extLst>
              <a:ext uri="{FF2B5EF4-FFF2-40B4-BE49-F238E27FC236}">
                <a16:creationId xmlns:a16="http://schemas.microsoft.com/office/drawing/2014/main" id="{DABD40B9-13B2-5077-494E-6BC0D2D7DCE7}"/>
              </a:ext>
            </a:extLst>
          </p:cNvPr>
          <p:cNvSpPr/>
          <p:nvPr/>
        </p:nvSpPr>
        <p:spPr>
          <a:xfrm>
            <a:off x="1157369" y="3886200"/>
            <a:ext cx="2560029" cy="1115568"/>
          </a:xfrm>
          <a:prstGeom prst="rect">
            <a:avLst/>
          </a:prstGeom>
          <a:noFill/>
          <a:ln/>
        </p:spPr>
        <p:txBody>
          <a:bodyPr wrap="square" lIns="0" tIns="0" rIns="0" bIns="0" rtlCol="0" anchor="ctr"/>
          <a:lstStyle/>
          <a:p>
            <a:pPr marL="0" indent="0" algn="l">
              <a:buNone/>
            </a:pPr>
            <a:r>
              <a:rPr lang="en-US" sz="1350" b="1" dirty="0">
                <a:solidFill>
                  <a:srgbClr val="1E2761"/>
                </a:solidFill>
                <a:latin typeface="Calibri" pitchFamily="34" charset="0"/>
                <a:ea typeface="Calibri" pitchFamily="34" charset="-122"/>
                <a:cs typeface="Calibri" pitchFamily="34" charset="-120"/>
              </a:rPr>
              <a:t>Every handoff is an artifact</a:t>
            </a:r>
            <a:endParaRPr lang="en-US" sz="1350" dirty="0"/>
          </a:p>
          <a:p>
            <a:pPr marL="0" indent="0" algn="l">
              <a:buNone/>
            </a:pPr>
            <a:r>
              <a:rPr lang="en-US" sz="1050" dirty="0">
                <a:solidFill>
                  <a:srgbClr val="334155"/>
                </a:solidFill>
                <a:latin typeface="Calibri" pitchFamily="34" charset="0"/>
                <a:ea typeface="Calibri" pitchFamily="34" charset="-122"/>
                <a:cs typeface="Calibri" pitchFamily="34" charset="-120"/>
              </a:rPr>
              <a:t>User stories, specs &amp; ADRs, low-level design, code, test plan, findings report. The orchestrator verifies the artifact before the next agent starts — agents are trusted to work, never trusted blindly.</a:t>
            </a:r>
            <a:endParaRPr lang="en-US" sz="1350" dirty="0"/>
          </a:p>
        </p:txBody>
      </p:sp>
      <p:sp>
        <p:nvSpPr>
          <p:cNvPr id="300" name="HumanCard"/>
          <p:cNvSpPr/>
          <p:nvPr/>
        </p:nvSpPr>
        <p:spPr>
          <a:xfrm>
            <a:off x="279400" y="1066800"/>
            <a:ext cx="1651000" cy="711200"/>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endParaRPr/>
          </a:p>
        </p:txBody>
      </p:sp>
      <p:sp>
        <p:nvSpPr>
          <p:cNvPr id="301" name="HumanIconCircle"/>
          <p:cNvSpPr/>
          <p:nvPr/>
        </p:nvSpPr>
        <p:spPr>
          <a:xfrm>
            <a:off x="419100" y="1219200"/>
            <a:ext cx="406400" cy="406400"/>
          </a:xfrm>
          <a:prstGeom prst="ellipse">
            <a:avLst/>
          </a:prstGeom>
          <a:solidFill>
            <a:srgbClr val="2EC4B6"/>
          </a:solidFill>
          <a:ln>
            <a:noFill/>
          </a:ln>
        </p:spPr>
        <p:txBody>
          <a:bodyPr/>
          <a:lstStyle/>
          <a:p>
            <a:endParaRPr lang="en-US"/>
          </a:p>
        </p:txBody>
      </p:sp>
      <p:sp>
        <p:nvSpPr>
          <p:cNvPr id="302" name="HumanText"/>
          <p:cNvSpPr txBox="1"/>
          <p:nvPr/>
        </p:nvSpPr>
        <p:spPr>
          <a:xfrm>
            <a:off x="889000" y="1219200"/>
            <a:ext cx="965200" cy="431800"/>
          </a:xfrm>
          <a:prstGeom prst="rect">
            <a:avLst/>
          </a:prstGeom>
        </p:spPr>
        <p:txBody>
          <a:bodyPr wrap="square" lIns="0" tIns="0" rIns="0" bIns="0" anchor="ctr"/>
          <a:lstStyle/>
          <a:p>
            <a:r>
              <a:rPr lang="en-US" sz="1050" b="1" dirty="0">
                <a:solidFill>
                  <a:srgbClr val="1E2761"/>
                </a:solidFill>
                <a:latin typeface="Calibri"/>
              </a:rPr>
              <a:t>Human</a:t>
            </a:r>
          </a:p>
          <a:p>
            <a:r>
              <a:rPr lang="en-US" sz="800" dirty="0">
                <a:solidFill>
                  <a:srgbClr val="334155"/>
                </a:solidFill>
                <a:latin typeface="Calibri"/>
              </a:rPr>
              <a:t>sets intent · approves</a:t>
            </a:r>
          </a:p>
        </p:txBody>
      </p:sp>
      <p:sp>
        <p:nvSpPr>
          <p:cNvPr id="305" name="HumanWord"/>
          <p:cNvSpPr txBox="1"/>
          <p:nvPr/>
        </p:nvSpPr>
        <p:spPr>
          <a:xfrm>
            <a:off x="1358900" y="1841500"/>
            <a:ext cx="1117600" cy="177800"/>
          </a:xfrm>
          <a:prstGeom prst="rect">
            <a:avLst/>
          </a:prstGeom>
        </p:spPr>
        <p:txBody>
          <a:bodyPr wrap="square" lIns="0" tIns="0" rIns="0" bIns="0" anchor="ctr"/>
          <a:lstStyle/>
          <a:p>
            <a:r>
              <a:rPr lang="en-US" sz="800" i="1" dirty="0">
                <a:solidFill>
                  <a:srgbClr val="B4762A"/>
                </a:solidFill>
                <a:latin typeface="Calibri"/>
              </a:rPr>
              <a:t>brief · sign-off</a:t>
            </a:r>
          </a:p>
        </p:txBody>
      </p:sp>
      <p:sp>
        <p:nvSpPr>
          <p:cNvPr id="303" name="HumanLoopDown"/>
          <p:cNvSpPr/>
          <p:nvPr/>
        </p:nvSpPr>
        <p:spPr>
          <a:xfrm>
            <a:off x="685800" y="1727200"/>
            <a:ext cx="279400" cy="431800"/>
          </a:xfrm>
          <a:custGeom>
            <a:avLst/>
            <a:gdLst/>
            <a:ahLst/>
            <a:cxnLst/>
            <a:rect l="0" t="0" r="279400" b="431800"/>
            <a:pathLst>
              <a:path w="279400" h="431800">
                <a:moveTo>
                  <a:pt x="203200" y="76200"/>
                </a:moveTo>
                <a:quadBezTo>
                  <a:pt x="76200" y="215900"/>
                  <a:pt x="203200" y="355600"/>
                </a:quadBezTo>
              </a:path>
            </a:pathLst>
          </a:custGeom>
          <a:noFill/>
          <a:ln w="22225" cap="rnd">
            <a:solidFill>
              <a:srgbClr val="E8A33D"/>
            </a:solidFill>
            <a:round/>
            <a:headEnd type="none"/>
            <a:tailEnd type="triangle" w="med" len="med"/>
          </a:ln>
        </p:spPr>
        <p:txBody>
          <a:bodyPr/>
          <a:lstStyle/>
          <a:p>
            <a:endParaRPr lang="en-US"/>
          </a:p>
        </p:txBody>
      </p:sp>
      <p:sp>
        <p:nvSpPr>
          <p:cNvPr id="304" name="HumanLoopUp"/>
          <p:cNvSpPr/>
          <p:nvPr/>
        </p:nvSpPr>
        <p:spPr>
          <a:xfrm>
            <a:off x="1168400" y="1727200"/>
            <a:ext cx="279400" cy="431800"/>
          </a:xfrm>
          <a:custGeom>
            <a:avLst/>
            <a:gdLst/>
            <a:ahLst/>
            <a:cxnLst/>
            <a:rect l="0" t="0" r="279400" b="431800"/>
            <a:pathLst>
              <a:path w="279400" h="431800">
                <a:moveTo>
                  <a:pt x="76200" y="355600"/>
                </a:moveTo>
                <a:quadBezTo>
                  <a:pt x="203200" y="215900"/>
                  <a:pt x="76200" y="76200"/>
                </a:quadBezTo>
              </a:path>
            </a:pathLst>
          </a:custGeom>
          <a:noFill/>
          <a:ln w="22225" cap="rnd">
            <a:solidFill>
              <a:srgbClr val="E8A33D"/>
            </a:solidFill>
            <a:round/>
            <a:headEnd type="none"/>
            <a:tailEnd type="triangle" w="med" len="med"/>
          </a:ln>
        </p:spPr>
        <p:txBody>
          <a:bodyPr/>
          <a:lstStyle/>
          <a:p>
            <a:endParaRPr lang="en-US"/>
          </a:p>
        </p:txBody>
      </p:sp>
      <p:pic>
        <p:nvPicPr>
          <p:cNvPr id="306" name="Graphic 306" descr="Huma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700" y="1320800"/>
            <a:ext cx="203200" cy="203200"/>
          </a:xfrm>
          <a:prstGeom prst="rect">
            <a:avLst/>
          </a:prstGeom>
        </p:spPr>
      </p:pic>
      <p:sp>
        <p:nvSpPr>
          <p:cNvPr id="12" name="PanelLink">
            <a:extLst>
              <a:ext uri="{FF2B5EF4-FFF2-40B4-BE49-F238E27FC236}">
                <a16:creationId xmlns:a16="http://schemas.microsoft.com/office/drawing/2014/main" id="{9A74DCD0-C1EA-2B20-C064-EC0534641B88}"/>
              </a:ext>
            </a:extLst>
          </p:cNvPr>
          <p:cNvSpPr/>
          <p:nvPr/>
        </p:nvSpPr>
        <p:spPr>
          <a:xfrm>
            <a:off x="6879686" y="3628527"/>
            <a:ext cx="377517" cy="0"/>
          </a:xfrm>
          <a:prstGeom prst="line">
            <a:avLst/>
          </a:prstGeom>
          <a:ln w="19050">
            <a:solidFill>
              <a:srgbClr val="1E2761"/>
            </a:solidFill>
            <a:prstDash val="solid"/>
            <a:headEnd type="triangle"/>
            <a:tailEnd type="triangle"/>
          </a:ln>
        </p:spPr>
        <p:txBody>
          <a:bodyPr/>
          <a:lstStyle/>
          <a:p>
            <a:endParaRPr lang="en-US"/>
          </a:p>
        </p:txBody>
      </p:sp>
      <p:sp>
        <p:nvSpPr>
          <p:cNvPr id="17" name="PanelLink">
            <a:extLst>
              <a:ext uri="{FF2B5EF4-FFF2-40B4-BE49-F238E27FC236}">
                <a16:creationId xmlns:a16="http://schemas.microsoft.com/office/drawing/2014/main" id="{D980C8BA-2F27-68B4-8CC8-6618E08D3E3A}"/>
              </a:ext>
            </a:extLst>
          </p:cNvPr>
          <p:cNvSpPr/>
          <p:nvPr/>
        </p:nvSpPr>
        <p:spPr>
          <a:xfrm>
            <a:off x="6887543" y="2278930"/>
            <a:ext cx="377517" cy="0"/>
          </a:xfrm>
          <a:prstGeom prst="line">
            <a:avLst/>
          </a:prstGeom>
          <a:ln w="19050">
            <a:solidFill>
              <a:srgbClr val="1E2761"/>
            </a:solidFill>
            <a:prstDash val="solid"/>
            <a:headEnd type="triangle"/>
            <a:tailEnd type="triangle"/>
          </a:ln>
        </p:spPr>
        <p:txBody>
          <a:bodyPr/>
          <a:lstStyle/>
          <a:p>
            <a:endParaRPr lang="en-US"/>
          </a:p>
        </p:txBody>
      </p:sp>
      <p:sp>
        <p:nvSpPr>
          <p:cNvPr id="210" name="Chip5"/>
          <p:cNvSpPr/>
          <p:nvPr/>
        </p:nvSpPr>
        <p:spPr>
          <a:xfrm>
            <a:off x="7269480" y="4082417"/>
            <a:ext cx="1600200" cy="498495"/>
          </a:xfrm>
          <a:prstGeom prst="roundRect">
            <a:avLst>
              <a:gd name="adj" fmla="val 11000"/>
            </a:avLst>
          </a:prstGeom>
          <a:solidFill>
            <a:srgbClr val="EEF4FE"/>
          </a:solidFill>
          <a:ln>
            <a:noFill/>
          </a:ln>
          <a:effectLst>
            <a:outerShdw blurRad="88900" dist="25400" dir="2700000" algn="tl">
              <a:srgbClr val="000000">
                <a:alpha val="14000"/>
              </a:srgbClr>
            </a:outerShdw>
          </a:effectLst>
        </p:spPr>
        <p:txBody>
          <a:bodyPr wrap="square" lIns="18000" tIns="18000" rIns="18000" bIns="18000" anchor="ctr"/>
          <a:lstStyle/>
          <a:p>
            <a:pPr algn="ctr"/>
            <a:r>
              <a:rPr lang="en-US" sz="900" b="1" dirty="0">
                <a:solidFill>
                  <a:srgbClr val="1E2761"/>
                </a:solidFill>
                <a:latin typeface="Calibri"/>
              </a:rPr>
              <a:t>presentation-manager</a:t>
            </a:r>
            <a:br>
              <a:rPr dirty="0"/>
            </a:br>
            <a:r>
              <a:rPr lang="en-US" sz="750" dirty="0">
                <a:solidFill>
                  <a:srgbClr val="64748B"/>
                </a:solidFill>
                <a:latin typeface="Calibri"/>
              </a:rPr>
              <a:t>keeps slide decks true</a:t>
            </a:r>
          </a:p>
        </p:txBody>
      </p:sp>
      <p:sp>
        <p:nvSpPr>
          <p:cNvPr id="211" name="PanelLink5">
            <a:extLst>
              <a:ext uri="{FF2B5EF4-FFF2-40B4-BE49-F238E27FC236}">
                <a16:creationId xmlns:a16="http://schemas.microsoft.com/office/drawing/2014/main" id="{9A74DCD0-C1EA-2B20-C064-EC0534641B88}"/>
              </a:ext>
            </a:extLst>
          </p:cNvPr>
          <p:cNvSpPr/>
          <p:nvPr/>
        </p:nvSpPr>
        <p:spPr>
          <a:xfrm>
            <a:off x="6879686" y="4332615"/>
            <a:ext cx="377517" cy="0"/>
          </a:xfrm>
          <a:prstGeom prst="line">
            <a:avLst/>
          </a:prstGeom>
          <a:ln w="19050">
            <a:solidFill>
              <a:srgbClr val="1E2761"/>
            </a:solidFill>
            <a:prstDash val="solid"/>
            <a:headEnd type="triangle"/>
            <a:tailEnd type="triangle"/>
          </a:ln>
        </p:spPr>
        <p:txBody>
          <a:bodyPr/>
          <a:lstStyle/>
          <a:p>
            <a:endParaRPr lang="en-US"/>
          </a:p>
        </p:txBody>
      </p:sp>
    </p:spTree>
    <p:extLst>
      <p:ext uri="{BB962C8B-B14F-4D97-AF65-F5344CB8AC3E}">
        <p14:creationId xmlns:p14="http://schemas.microsoft.com/office/powerpoint/2010/main" val="111494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left)">
                                      <p:cBhvr>
                                        <p:cTn id="7" dur="500"/>
                                        <p:tgtEl>
                                          <p:spTgt spid="115"/>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120"/>
                                        </p:tgtEl>
                                        <p:attrNameLst>
                                          <p:attrName>style.visibility</p:attrName>
                                        </p:attrNameLst>
                                      </p:cBhvr>
                                      <p:to>
                                        <p:strVal val="visible"/>
                                      </p:to>
                                    </p:set>
                                    <p:animEffect transition="in" filter="fade">
                                      <p:cBhvr>
                                        <p:cTn id="13" dur="300"/>
                                        <p:tgtEl>
                                          <p:spTgt spid="120"/>
                                        </p:tgtEl>
                                      </p:cBhvr>
                                    </p:animEffect>
                                  </p:childTnLst>
                                </p:cTn>
                              </p:par>
                              <p:par>
                                <p:cTn id="14" presetID="22" presetClass="entr" presetSubtype="8" fill="hold" nodeType="withEffect">
                                  <p:stCondLst>
                                    <p:cond delay="350"/>
                                  </p:stCondLst>
                                  <p:childTnLst>
                                    <p:set>
                                      <p:cBhvr>
                                        <p:cTn id="15" dur="1" fill="hold">
                                          <p:stCondLst>
                                            <p:cond delay="0"/>
                                          </p:stCondLst>
                                        </p:cTn>
                                        <p:tgtEl>
                                          <p:spTgt spid="116"/>
                                        </p:tgtEl>
                                        <p:attrNameLst>
                                          <p:attrName>style.visibility</p:attrName>
                                        </p:attrNameLst>
                                      </p:cBhvr>
                                      <p:to>
                                        <p:strVal val="visible"/>
                                      </p:to>
                                    </p:set>
                                    <p:animEffect transition="in" filter="wipe(left)">
                                      <p:cBhvr>
                                        <p:cTn id="16" dur="500"/>
                                        <p:tgtEl>
                                          <p:spTgt spid="116"/>
                                        </p:tgtEl>
                                      </p:cBhvr>
                                    </p:animEffect>
                                  </p:childTnLst>
                                </p:cTn>
                              </p:par>
                              <p:par>
                                <p:cTn id="17" presetID="22" presetClass="entr" presetSubtype="2" fill="hold" nodeType="withEffect">
                                  <p:stCondLst>
                                    <p:cond delay="350"/>
                                  </p:stCondLst>
                                  <p:childTnLst>
                                    <p:set>
                                      <p:cBhvr>
                                        <p:cTn id="18" dur="1" fill="hold">
                                          <p:stCondLst>
                                            <p:cond delay="0"/>
                                          </p:stCondLst>
                                        </p:cTn>
                                        <p:tgtEl>
                                          <p:spTgt spid="4"/>
                                        </p:tgtEl>
                                        <p:attrNameLst>
                                          <p:attrName>style.visibility</p:attrName>
                                        </p:attrNameLst>
                                      </p:cBhvr>
                                      <p:to>
                                        <p:strVal val="visible"/>
                                      </p:to>
                                    </p:set>
                                    <p:animEffect transition="in" filter="wipe(right)">
                                      <p:cBhvr>
                                        <p:cTn id="19" dur="500"/>
                                        <p:tgtEl>
                                          <p:spTgt spid="4"/>
                                        </p:tgtEl>
                                      </p:cBhvr>
                                    </p:animEffect>
                                  </p:childTnLst>
                                </p:cTn>
                              </p:par>
                              <p:par>
                                <p:cTn id="20" presetID="10" presetClass="entr" presetSubtype="0" fill="hold" nodeType="withEffect">
                                  <p:stCondLst>
                                    <p:cond delay="350"/>
                                  </p:stCondLst>
                                  <p:childTnLst>
                                    <p:set>
                                      <p:cBhvr>
                                        <p:cTn id="21" dur="1" fill="hold">
                                          <p:stCondLst>
                                            <p:cond delay="0"/>
                                          </p:stCondLst>
                                        </p:cTn>
                                        <p:tgtEl>
                                          <p:spTgt spid="121"/>
                                        </p:tgtEl>
                                        <p:attrNameLst>
                                          <p:attrName>style.visibility</p:attrName>
                                        </p:attrNameLst>
                                      </p:cBhvr>
                                      <p:to>
                                        <p:strVal val="visible"/>
                                      </p:to>
                                    </p:set>
                                    <p:animEffect transition="in" filter="fade">
                                      <p:cBhvr>
                                        <p:cTn id="22" dur="300"/>
                                        <p:tgtEl>
                                          <p:spTgt spid="121"/>
                                        </p:tgtEl>
                                      </p:cBhvr>
                                    </p:animEffect>
                                  </p:childTnLst>
                                </p:cTn>
                              </p:par>
                              <p:par>
                                <p:cTn id="23" presetID="22" presetClass="entr" presetSubtype="8" fill="hold" nodeType="withEffect">
                                  <p:stCondLst>
                                    <p:cond delay="700"/>
                                  </p:stCondLst>
                                  <p:childTnLst>
                                    <p:set>
                                      <p:cBhvr>
                                        <p:cTn id="24" dur="1" fill="hold">
                                          <p:stCondLst>
                                            <p:cond delay="0"/>
                                          </p:stCondLst>
                                        </p:cTn>
                                        <p:tgtEl>
                                          <p:spTgt spid="110"/>
                                        </p:tgtEl>
                                        <p:attrNameLst>
                                          <p:attrName>style.visibility</p:attrName>
                                        </p:attrNameLst>
                                      </p:cBhvr>
                                      <p:to>
                                        <p:strVal val="visible"/>
                                      </p:to>
                                    </p:set>
                                    <p:animEffect transition="in" filter="wipe(left)">
                                      <p:cBhvr>
                                        <p:cTn id="25" dur="500"/>
                                        <p:tgtEl>
                                          <p:spTgt spid="110"/>
                                        </p:tgtEl>
                                      </p:cBhvr>
                                    </p:animEffect>
                                  </p:childTnLst>
                                </p:cTn>
                              </p:par>
                              <p:par>
                                <p:cTn id="26" presetID="22" presetClass="entr" presetSubtype="2" fill="hold" nodeType="withEffect">
                                  <p:stCondLst>
                                    <p:cond delay="700"/>
                                  </p:stCondLst>
                                  <p:childTnLst>
                                    <p:set>
                                      <p:cBhvr>
                                        <p:cTn id="27" dur="1" fill="hold">
                                          <p:stCondLst>
                                            <p:cond delay="0"/>
                                          </p:stCondLst>
                                        </p:cTn>
                                        <p:tgtEl>
                                          <p:spTgt spid="5"/>
                                        </p:tgtEl>
                                        <p:attrNameLst>
                                          <p:attrName>style.visibility</p:attrName>
                                        </p:attrNameLst>
                                      </p:cBhvr>
                                      <p:to>
                                        <p:strVal val="visible"/>
                                      </p:to>
                                    </p:set>
                                    <p:animEffect transition="in" filter="wipe(right)">
                                      <p:cBhvr>
                                        <p:cTn id="28" dur="500"/>
                                        <p:tgtEl>
                                          <p:spTgt spid="5"/>
                                        </p:tgtEl>
                                      </p:cBhvr>
                                    </p:animEffect>
                                  </p:childTnLst>
                                </p:cTn>
                              </p:par>
                              <p:par>
                                <p:cTn id="29" presetID="10" presetClass="entr" presetSubtype="0" fill="hold" nodeType="withEffect">
                                  <p:stCondLst>
                                    <p:cond delay="700"/>
                                  </p:stCondLst>
                                  <p:childTnLst>
                                    <p:set>
                                      <p:cBhvr>
                                        <p:cTn id="30" dur="1" fill="hold">
                                          <p:stCondLst>
                                            <p:cond delay="0"/>
                                          </p:stCondLst>
                                        </p:cTn>
                                        <p:tgtEl>
                                          <p:spTgt spid="122"/>
                                        </p:tgtEl>
                                        <p:attrNameLst>
                                          <p:attrName>style.visibility</p:attrName>
                                        </p:attrNameLst>
                                      </p:cBhvr>
                                      <p:to>
                                        <p:strVal val="visible"/>
                                      </p:to>
                                    </p:set>
                                    <p:animEffect transition="in" filter="fade">
                                      <p:cBhvr>
                                        <p:cTn id="31" dur="300"/>
                                        <p:tgtEl>
                                          <p:spTgt spid="122"/>
                                        </p:tgtEl>
                                      </p:cBhvr>
                                    </p:animEffect>
                                  </p:childTnLst>
                                </p:cTn>
                              </p:par>
                              <p:par>
                                <p:cTn id="32" presetID="22" presetClass="entr" presetSubtype="2" fill="hold" nodeType="withEffect">
                                  <p:stCondLst>
                                    <p:cond delay="1050"/>
                                  </p:stCondLst>
                                  <p:childTnLst>
                                    <p:set>
                                      <p:cBhvr>
                                        <p:cTn id="33" dur="1" fill="hold">
                                          <p:stCondLst>
                                            <p:cond delay="0"/>
                                          </p:stCondLst>
                                        </p:cTn>
                                        <p:tgtEl>
                                          <p:spTgt spid="111"/>
                                        </p:tgtEl>
                                        <p:attrNameLst>
                                          <p:attrName>style.visibility</p:attrName>
                                        </p:attrNameLst>
                                      </p:cBhvr>
                                      <p:to>
                                        <p:strVal val="visible"/>
                                      </p:to>
                                    </p:set>
                                    <p:animEffect transition="in" filter="wipe(right)">
                                      <p:cBhvr>
                                        <p:cTn id="34" dur="500"/>
                                        <p:tgtEl>
                                          <p:spTgt spid="111"/>
                                        </p:tgtEl>
                                      </p:cBhvr>
                                    </p:animEffect>
                                  </p:childTnLst>
                                </p:cTn>
                              </p:par>
                              <p:par>
                                <p:cTn id="35" presetID="22" presetClass="entr" presetSubtype="8" fill="hold" nodeType="withEffect">
                                  <p:stCondLst>
                                    <p:cond delay="105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par>
                                <p:cTn id="38" presetID="10" presetClass="entr" presetSubtype="0" fill="hold" nodeType="withEffect">
                                  <p:stCondLst>
                                    <p:cond delay="1050"/>
                                  </p:stCondLst>
                                  <p:childTnLst>
                                    <p:set>
                                      <p:cBhvr>
                                        <p:cTn id="39" dur="1" fill="hold">
                                          <p:stCondLst>
                                            <p:cond delay="0"/>
                                          </p:stCondLst>
                                        </p:cTn>
                                        <p:tgtEl>
                                          <p:spTgt spid="123"/>
                                        </p:tgtEl>
                                        <p:attrNameLst>
                                          <p:attrName>style.visibility</p:attrName>
                                        </p:attrNameLst>
                                      </p:cBhvr>
                                      <p:to>
                                        <p:strVal val="visible"/>
                                      </p:to>
                                    </p:set>
                                    <p:animEffect transition="in" filter="fade">
                                      <p:cBhvr>
                                        <p:cTn id="40" dur="300"/>
                                        <p:tgtEl>
                                          <p:spTgt spid="123"/>
                                        </p:tgtEl>
                                      </p:cBhvr>
                                    </p:animEffect>
                                  </p:childTnLst>
                                </p:cTn>
                              </p:par>
                              <p:par>
                                <p:cTn id="41" presetID="22" presetClass="entr" presetSubtype="2" fill="hold" nodeType="withEffect">
                                  <p:stCondLst>
                                    <p:cond delay="1400"/>
                                  </p:stCondLst>
                                  <p:childTnLst>
                                    <p:set>
                                      <p:cBhvr>
                                        <p:cTn id="42" dur="1" fill="hold">
                                          <p:stCondLst>
                                            <p:cond delay="0"/>
                                          </p:stCondLst>
                                        </p:cTn>
                                        <p:tgtEl>
                                          <p:spTgt spid="112"/>
                                        </p:tgtEl>
                                        <p:attrNameLst>
                                          <p:attrName>style.visibility</p:attrName>
                                        </p:attrNameLst>
                                      </p:cBhvr>
                                      <p:to>
                                        <p:strVal val="visible"/>
                                      </p:to>
                                    </p:set>
                                    <p:animEffect transition="in" filter="wipe(right)">
                                      <p:cBhvr>
                                        <p:cTn id="43" dur="500"/>
                                        <p:tgtEl>
                                          <p:spTgt spid="112"/>
                                        </p:tgtEl>
                                      </p:cBhvr>
                                    </p:animEffect>
                                  </p:childTnLst>
                                </p:cTn>
                              </p:par>
                              <p:par>
                                <p:cTn id="44" presetID="22" presetClass="entr" presetSubtype="8" fill="hold" nodeType="withEffect">
                                  <p:stCondLst>
                                    <p:cond delay="140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par>
                                <p:cTn id="47" presetID="10" presetClass="entr" presetSubtype="0" fill="hold" nodeType="withEffect">
                                  <p:stCondLst>
                                    <p:cond delay="1400"/>
                                  </p:stCondLst>
                                  <p:childTnLst>
                                    <p:set>
                                      <p:cBhvr>
                                        <p:cTn id="48" dur="1" fill="hold">
                                          <p:stCondLst>
                                            <p:cond delay="0"/>
                                          </p:stCondLst>
                                        </p:cTn>
                                        <p:tgtEl>
                                          <p:spTgt spid="124"/>
                                        </p:tgtEl>
                                        <p:attrNameLst>
                                          <p:attrName>style.visibility</p:attrName>
                                        </p:attrNameLst>
                                      </p:cBhvr>
                                      <p:to>
                                        <p:strVal val="visible"/>
                                      </p:to>
                                    </p:set>
                                    <p:animEffect transition="in" filter="fade">
                                      <p:cBhvr>
                                        <p:cTn id="49" dur="300"/>
                                        <p:tgtEl>
                                          <p:spTgt spid="124"/>
                                        </p:tgtEl>
                                      </p:cBhvr>
                                    </p:animEffect>
                                  </p:childTnLst>
                                </p:cTn>
                              </p:par>
                              <p:par>
                                <p:cTn id="50" presetID="10" presetClass="entr" presetSubtype="0" fill="hold" nodeType="withEffect">
                                  <p:stCondLst>
                                    <p:cond delay="1750"/>
                                  </p:stCondLst>
                                  <p:childTnLst>
                                    <p:set>
                                      <p:cBhvr>
                                        <p:cTn id="51" dur="1" fill="hold">
                                          <p:stCondLst>
                                            <p:cond delay="0"/>
                                          </p:stCondLst>
                                        </p:cTn>
                                        <p:tgtEl>
                                          <p:spTgt spid="125"/>
                                        </p:tgtEl>
                                        <p:attrNameLst>
                                          <p:attrName>style.visibility</p:attrName>
                                        </p:attrNameLst>
                                      </p:cBhvr>
                                      <p:to>
                                        <p:strVal val="visible"/>
                                      </p:to>
                                    </p:set>
                                    <p:animEffect transition="in" filter="fade">
                                      <p:cBhvr>
                                        <p:cTn id="52" dur="300"/>
                                        <p:tgtEl>
                                          <p:spTgt spid="125"/>
                                        </p:tgtEl>
                                      </p:cBhvr>
                                    </p:animEffect>
                                  </p:childTnLst>
                                </p:cTn>
                              </p:par>
                              <p:par>
                                <p:cTn id="53" presetID="22" presetClass="entr" presetSubtype="8" fill="hold" nodeType="withEffect">
                                  <p:stCondLst>
                                    <p:cond delay="2100"/>
                                  </p:stCondLst>
                                  <p:childTnLst>
                                    <p:set>
                                      <p:cBhvr>
                                        <p:cTn id="54" dur="1" fill="hold">
                                          <p:stCondLst>
                                            <p:cond delay="0"/>
                                          </p:stCondLst>
                                        </p:cTn>
                                        <p:tgtEl>
                                          <p:spTgt spid="113"/>
                                        </p:tgtEl>
                                        <p:attrNameLst>
                                          <p:attrName>style.visibility</p:attrName>
                                        </p:attrNameLst>
                                      </p:cBhvr>
                                      <p:to>
                                        <p:strVal val="visible"/>
                                      </p:to>
                                    </p:set>
                                    <p:animEffect transition="in" filter="wipe(left)">
                                      <p:cBhvr>
                                        <p:cTn id="55" dur="500"/>
                                        <p:tgtEl>
                                          <p:spTgt spid="113"/>
                                        </p:tgtEl>
                                      </p:cBhvr>
                                    </p:animEffect>
                                  </p:childTnLst>
                                </p:cTn>
                              </p:par>
                              <p:par>
                                <p:cTn id="56" presetID="22" presetClass="entr" presetSubtype="2" fill="hold" nodeType="withEffect">
                                  <p:stCondLst>
                                    <p:cond delay="2100"/>
                                  </p:stCondLst>
                                  <p:childTnLst>
                                    <p:set>
                                      <p:cBhvr>
                                        <p:cTn id="57" dur="1" fill="hold">
                                          <p:stCondLst>
                                            <p:cond delay="0"/>
                                          </p:stCondLst>
                                        </p:cTn>
                                        <p:tgtEl>
                                          <p:spTgt spid="9"/>
                                        </p:tgtEl>
                                        <p:attrNameLst>
                                          <p:attrName>style.visibility</p:attrName>
                                        </p:attrNameLst>
                                      </p:cBhvr>
                                      <p:to>
                                        <p:strVal val="visible"/>
                                      </p:to>
                                    </p:set>
                                    <p:animEffect transition="in" filter="wipe(right)">
                                      <p:cBhvr>
                                        <p:cTn id="58" dur="500"/>
                                        <p:tgtEl>
                                          <p:spTgt spid="9"/>
                                        </p:tgtEl>
                                      </p:cBhvr>
                                    </p:animEffect>
                                  </p:childTnLst>
                                </p:cTn>
                              </p:par>
                              <p:par>
                                <p:cTn id="59" presetID="10" presetClass="entr" presetSubtype="0" fill="hold" nodeType="withEffect">
                                  <p:stCondLst>
                                    <p:cond delay="2100"/>
                                  </p:stCondLst>
                                  <p:childTnLst>
                                    <p:set>
                                      <p:cBhvr>
                                        <p:cTn id="60" dur="1" fill="hold">
                                          <p:stCondLst>
                                            <p:cond delay="0"/>
                                          </p:stCondLst>
                                        </p:cTn>
                                        <p:tgtEl>
                                          <p:spTgt spid="132"/>
                                        </p:tgtEl>
                                        <p:attrNameLst>
                                          <p:attrName>style.visibility</p:attrName>
                                        </p:attrNameLst>
                                      </p:cBhvr>
                                      <p:to>
                                        <p:strVal val="visible"/>
                                      </p:to>
                                    </p:set>
                                    <p:animEffect transition="in" filter="fade">
                                      <p:cBhvr>
                                        <p:cTn id="61" dur="300"/>
                                        <p:tgtEl>
                                          <p:spTgt spid="132"/>
                                        </p:tgtEl>
                                      </p:cBhvr>
                                    </p:animEffect>
                                  </p:childTnLst>
                                </p:cTn>
                              </p:par>
                              <p:par>
                                <p:cTn id="62" presetID="22" presetClass="entr" presetSubtype="2" fill="hold" nodeType="withEffect">
                                  <p:stCondLst>
                                    <p:cond delay="2450"/>
                                  </p:stCondLst>
                                  <p:childTnLst>
                                    <p:set>
                                      <p:cBhvr>
                                        <p:cTn id="63" dur="1" fill="hold">
                                          <p:stCondLst>
                                            <p:cond delay="0"/>
                                          </p:stCondLst>
                                        </p:cTn>
                                        <p:tgtEl>
                                          <p:spTgt spid="130"/>
                                        </p:tgtEl>
                                        <p:attrNameLst>
                                          <p:attrName>style.visibility</p:attrName>
                                        </p:attrNameLst>
                                      </p:cBhvr>
                                      <p:to>
                                        <p:strVal val="visible"/>
                                      </p:to>
                                    </p:set>
                                    <p:animEffect transition="in" filter="wipe(right)">
                                      <p:cBhvr>
                                        <p:cTn id="64" dur="500"/>
                                        <p:tgtEl>
                                          <p:spTgt spid="130"/>
                                        </p:tgtEl>
                                      </p:cBhvr>
                                    </p:animEffect>
                                  </p:childTnLst>
                                </p:cTn>
                              </p:par>
                              <p:par>
                                <p:cTn id="65" presetID="22" presetClass="entr" presetSubtype="8" fill="hold" nodeType="withEffect">
                                  <p:stCondLst>
                                    <p:cond delay="2450"/>
                                  </p:stCondLst>
                                  <p:childTnLst>
                                    <p:set>
                                      <p:cBhvr>
                                        <p:cTn id="66" dur="1" fill="hold">
                                          <p:stCondLst>
                                            <p:cond delay="0"/>
                                          </p:stCondLst>
                                        </p:cTn>
                                        <p:tgtEl>
                                          <p:spTgt spid="8"/>
                                        </p:tgtEl>
                                        <p:attrNameLst>
                                          <p:attrName>style.visibility</p:attrName>
                                        </p:attrNameLst>
                                      </p:cBhvr>
                                      <p:to>
                                        <p:strVal val="visible"/>
                                      </p:to>
                                    </p:set>
                                    <p:animEffect transition="in" filter="wipe(left)">
                                      <p:cBhvr>
                                        <p:cTn id="67" dur="500"/>
                                        <p:tgtEl>
                                          <p:spTgt spid="8"/>
                                        </p:tgtEl>
                                      </p:cBhvr>
                                    </p:animEffect>
                                  </p:childTnLst>
                                </p:cTn>
                              </p:par>
                              <p:par>
                                <p:cTn id="68" presetID="10" presetClass="entr" presetSubtype="0" fill="hold" nodeType="withEffect">
                                  <p:stCondLst>
                                    <p:cond delay="2450"/>
                                  </p:stCondLst>
                                  <p:childTnLst>
                                    <p:set>
                                      <p:cBhvr>
                                        <p:cTn id="69" dur="1" fill="hold">
                                          <p:stCondLst>
                                            <p:cond delay="0"/>
                                          </p:stCondLst>
                                        </p:cTn>
                                        <p:tgtEl>
                                          <p:spTgt spid="133"/>
                                        </p:tgtEl>
                                        <p:attrNameLst>
                                          <p:attrName>style.visibility</p:attrName>
                                        </p:attrNameLst>
                                      </p:cBhvr>
                                      <p:to>
                                        <p:strVal val="visible"/>
                                      </p:to>
                                    </p:set>
                                    <p:animEffect transition="in" filter="fade">
                                      <p:cBhvr>
                                        <p:cTn id="70" dur="300"/>
                                        <p:tgtEl>
                                          <p:spTgt spid="133"/>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303"/>
                                        </p:tgtEl>
                                        <p:attrNameLst>
                                          <p:attrName>style.visibility</p:attrName>
                                        </p:attrNameLst>
                                      </p:cBhvr>
                                      <p:to>
                                        <p:strVal val="visible"/>
                                      </p:to>
                                    </p:set>
                                    <p:animEffect transition="in" filter="wipe(up)">
                                      <p:cBhvr>
                                        <p:cTn id="73" dur="500"/>
                                        <p:tgtEl>
                                          <p:spTgt spid="303"/>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304"/>
                                        </p:tgtEl>
                                        <p:attrNameLst>
                                          <p:attrName>style.visibility</p:attrName>
                                        </p:attrNameLst>
                                      </p:cBhvr>
                                      <p:to>
                                        <p:strVal val="visible"/>
                                      </p:to>
                                    </p:set>
                                    <p:animEffect transition="in" filter="wipe(down)">
                                      <p:cBhvr>
                                        <p:cTn id="76" dur="500"/>
                                        <p:tgtEl>
                                          <p:spTgt spid="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animBg="1"/>
      <p:bldP spid="30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Context Engineering: Feed Each Agent Only What It Needs</a:t>
            </a:r>
            <a:endParaRPr lang="en-US" sz="3000" dirty="0"/>
          </a:p>
        </p:txBody>
      </p:sp>
      <p:sp>
        <p:nvSpPr>
          <p:cNvPr id="3" name="Text 1"/>
          <p:cNvSpPr/>
          <p:nvPr/>
        </p:nvSpPr>
        <p:spPr>
          <a:xfrm>
            <a:off x="457200" y="1051560"/>
            <a:ext cx="2194560" cy="777240"/>
          </a:xfrm>
          <a:prstGeom prst="rect">
            <a:avLst/>
          </a:prstGeom>
          <a:noFill/>
          <a:ln/>
        </p:spPr>
        <p:txBody>
          <a:bodyPr wrap="square" lIns="0" tIns="0" rIns="0" bIns="0" rtlCol="0" anchor="ctr"/>
          <a:lstStyle/>
          <a:p>
            <a:pPr marL="0" indent="0" algn="l">
              <a:buNone/>
            </a:pPr>
            <a:r>
              <a:rPr lang="en-US" sz="5400" b="1" dirty="0">
                <a:solidFill>
                  <a:srgbClr val="1E2761"/>
                </a:solidFill>
                <a:latin typeface="Cambria" pitchFamily="34" charset="0"/>
                <a:ea typeface="Cambria" pitchFamily="34" charset="-122"/>
                <a:cs typeface="Cambria" pitchFamily="34" charset="-120"/>
              </a:rPr>
              <a:t>99.8%</a:t>
            </a:r>
            <a:endParaRPr lang="en-US" sz="5400" dirty="0"/>
          </a:p>
        </p:txBody>
      </p:sp>
      <p:sp>
        <p:nvSpPr>
          <p:cNvPr id="4" name="Text 2"/>
          <p:cNvSpPr/>
          <p:nvPr/>
        </p:nvSpPr>
        <p:spPr>
          <a:xfrm>
            <a:off x="457200" y="1828800"/>
            <a:ext cx="2194560" cy="59436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prompt-cache hit rate from stable, layered context</a:t>
            </a:r>
            <a:endParaRPr lang="en-US" sz="1150" dirty="0"/>
          </a:p>
        </p:txBody>
      </p:sp>
      <p:sp>
        <p:nvSpPr>
          <p:cNvPr id="5" name="Text 3"/>
          <p:cNvSpPr/>
          <p:nvPr/>
        </p:nvSpPr>
        <p:spPr>
          <a:xfrm>
            <a:off x="457200" y="2304506"/>
            <a:ext cx="2194560" cy="788126"/>
          </a:xfrm>
          <a:prstGeom prst="rect">
            <a:avLst/>
          </a:prstGeom>
          <a:noFill/>
          <a:ln/>
        </p:spPr>
        <p:txBody>
          <a:bodyPr wrap="square" lIns="0" tIns="0" rIns="0" bIns="0" rtlCol="0" anchor="ctr"/>
          <a:lstStyle/>
          <a:p>
            <a:pPr marL="0" indent="0" algn="l">
              <a:buNone/>
            </a:pPr>
            <a:r>
              <a:rPr lang="en-US" sz="2400" b="1" strike="sngStrike" dirty="0">
                <a:solidFill>
                  <a:srgbClr val="64748B"/>
                </a:solidFill>
                <a:latin typeface="Cambria"/>
                <a:ea typeface="Cambria"/>
                <a:cs typeface="Cambria" pitchFamily="34" charset="-120"/>
              </a:rPr>
              <a:t>$1,000 </a:t>
            </a:r>
            <a:r>
              <a:rPr lang="en-US" sz="3000" b="1">
                <a:solidFill>
                  <a:srgbClr val="2EC4B6"/>
                </a:solidFill>
                <a:latin typeface="Cambria"/>
                <a:ea typeface="Cambria"/>
                <a:cs typeface="Cambria" pitchFamily="34" charset="-120"/>
              </a:rPr>
              <a:t> →$95</a:t>
            </a:r>
            <a:endParaRPr lang="en-US" sz="2400">
              <a:latin typeface="Cambria"/>
              <a:ea typeface="Cambria"/>
            </a:endParaRPr>
          </a:p>
        </p:txBody>
      </p:sp>
      <p:sp>
        <p:nvSpPr>
          <p:cNvPr id="6" name="Text 4"/>
          <p:cNvSpPr/>
          <p:nvPr/>
        </p:nvSpPr>
        <p:spPr>
          <a:xfrm>
            <a:off x="457200" y="3154680"/>
            <a:ext cx="2194560" cy="640080"/>
          </a:xfrm>
          <a:prstGeom prst="rect">
            <a:avLst/>
          </a:prstGeom>
          <a:noFill/>
          <a:ln/>
        </p:spPr>
        <p:txBody>
          <a:bodyPr wrap="square" lIns="0" tIns="0" rIns="0" bIns="0" rtlCol="0" anchor="t"/>
          <a:lstStyle/>
          <a:p>
            <a:pPr marL="0" indent="0" algn="l">
              <a:buNone/>
            </a:pPr>
            <a:r>
              <a:rPr lang="en-US" sz="1150" dirty="0">
                <a:solidFill>
                  <a:srgbClr val="334155"/>
                </a:solidFill>
                <a:latin typeface="Calibri" pitchFamily="34" charset="0"/>
                <a:ea typeface="Calibri" pitchFamily="34" charset="-122"/>
                <a:cs typeface="Calibri" pitchFamily="34" charset="-120"/>
              </a:rPr>
              <a:t>token cost for the same workload after cache optimization</a:t>
            </a:r>
            <a:endParaRPr lang="en-US" sz="1150" dirty="0"/>
          </a:p>
        </p:txBody>
      </p:sp>
      <p:sp>
        <p:nvSpPr>
          <p:cNvPr id="7" name="Shape 5"/>
          <p:cNvSpPr/>
          <p:nvPr/>
        </p:nvSpPr>
        <p:spPr>
          <a:xfrm>
            <a:off x="2880360" y="1005840"/>
            <a:ext cx="2999232" cy="1298448"/>
          </a:xfrm>
          <a:prstGeom prst="roundRect">
            <a:avLst>
              <a:gd name="adj" fmla="val 563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8" name="Shape 6"/>
          <p:cNvSpPr/>
          <p:nvPr/>
        </p:nvSpPr>
        <p:spPr>
          <a:xfrm>
            <a:off x="3063240" y="1152144"/>
            <a:ext cx="457200" cy="457200"/>
          </a:xfrm>
          <a:prstGeom prst="ellipse">
            <a:avLst/>
          </a:prstGeom>
          <a:solidFill>
            <a:srgbClr val="1E276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3182112" y="1271016"/>
            <a:ext cx="219456" cy="219456"/>
          </a:xfrm>
          <a:prstGeom prst="rect">
            <a:avLst/>
          </a:prstGeom>
        </p:spPr>
      </p:pic>
      <p:sp>
        <p:nvSpPr>
          <p:cNvPr id="10" name="Text 7"/>
          <p:cNvSpPr/>
          <p:nvPr/>
        </p:nvSpPr>
        <p:spPr>
          <a:xfrm>
            <a:off x="3657600" y="1170432"/>
            <a:ext cx="2039112" cy="411480"/>
          </a:xfrm>
          <a:prstGeom prst="rect">
            <a:avLst/>
          </a:prstGeom>
          <a:noFill/>
          <a:ln/>
        </p:spPr>
        <p:txBody>
          <a:bodyPr wrap="square" lIns="0" tIns="0" rIns="0" bIns="0" rtlCol="0" anchor="ctr"/>
          <a:lstStyle/>
          <a:p>
            <a:pPr marL="0" indent="0" algn="l">
              <a:buNone/>
            </a:pPr>
            <a:r>
              <a:rPr lang="en-US" sz="1350" b="1" dirty="0">
                <a:solidFill>
                  <a:srgbClr val="1E2761"/>
                </a:solidFill>
                <a:latin typeface="Calibri" pitchFamily="34" charset="0"/>
                <a:ea typeface="Calibri" pitchFamily="34" charset="-122"/>
                <a:cs typeface="Calibri" pitchFamily="34" charset="-120"/>
              </a:rPr>
              <a:t>Layered instructions</a:t>
            </a:r>
            <a:endParaRPr lang="en-US" sz="1350" dirty="0"/>
          </a:p>
        </p:txBody>
      </p:sp>
      <p:sp>
        <p:nvSpPr>
          <p:cNvPr id="11" name="Text 8"/>
          <p:cNvSpPr/>
          <p:nvPr/>
        </p:nvSpPr>
        <p:spPr>
          <a:xfrm>
            <a:off x="3108960" y="1682496"/>
            <a:ext cx="2542032" cy="566928"/>
          </a:xfrm>
          <a:prstGeom prst="rect">
            <a:avLst/>
          </a:prstGeom>
          <a:noFill/>
          <a:ln/>
        </p:spPr>
        <p:txBody>
          <a:bodyPr wrap="square" lIns="0" tIns="0" rIns="0" bIns="0" rtlCol="0" anchor="t"/>
          <a:lstStyle/>
          <a:p>
            <a:pPr marL="0" indent="0" algn="l">
              <a:buNone/>
            </a:pPr>
            <a:r>
              <a:rPr lang="en-US" sz="1050" dirty="0">
                <a:solidFill>
                  <a:srgbClr val="334155"/>
                </a:solidFill>
                <a:latin typeface="Calibri" pitchFamily="34" charset="0"/>
                <a:ea typeface="Calibri" pitchFamily="34" charset="-122"/>
                <a:cs typeface="Calibri" pitchFamily="34" charset="-120"/>
              </a:rPr>
              <a:t>CLAUDE.md + rules files give every agent the same ground truth — a stable prefix the cache loves.</a:t>
            </a:r>
            <a:endParaRPr lang="en-US" sz="1050" dirty="0"/>
          </a:p>
        </p:txBody>
      </p:sp>
      <p:sp>
        <p:nvSpPr>
          <p:cNvPr id="12" name="Shape 9"/>
          <p:cNvSpPr/>
          <p:nvPr/>
        </p:nvSpPr>
        <p:spPr>
          <a:xfrm>
            <a:off x="6035040" y="1005840"/>
            <a:ext cx="2999232" cy="1298448"/>
          </a:xfrm>
          <a:prstGeom prst="roundRect">
            <a:avLst>
              <a:gd name="adj" fmla="val 563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3" name="Shape 10"/>
          <p:cNvSpPr/>
          <p:nvPr/>
        </p:nvSpPr>
        <p:spPr>
          <a:xfrm>
            <a:off x="6217920" y="1152144"/>
            <a:ext cx="457200" cy="457200"/>
          </a:xfrm>
          <a:prstGeom prst="ellipse">
            <a:avLst/>
          </a:prstGeom>
          <a:solidFill>
            <a:srgbClr val="1E276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6336792" y="1271016"/>
            <a:ext cx="219456" cy="219456"/>
          </a:xfrm>
          <a:prstGeom prst="rect">
            <a:avLst/>
          </a:prstGeom>
        </p:spPr>
      </p:pic>
      <p:sp>
        <p:nvSpPr>
          <p:cNvPr id="15" name="Text 11"/>
          <p:cNvSpPr/>
          <p:nvPr/>
        </p:nvSpPr>
        <p:spPr>
          <a:xfrm>
            <a:off x="6812280" y="1170432"/>
            <a:ext cx="2039112" cy="411480"/>
          </a:xfrm>
          <a:prstGeom prst="rect">
            <a:avLst/>
          </a:prstGeom>
          <a:noFill/>
          <a:ln/>
        </p:spPr>
        <p:txBody>
          <a:bodyPr wrap="square" lIns="0" tIns="0" rIns="0" bIns="0" rtlCol="0" anchor="ctr"/>
          <a:lstStyle/>
          <a:p>
            <a:pPr marL="0" indent="0" algn="l">
              <a:buNone/>
            </a:pPr>
            <a:r>
              <a:rPr lang="en-US" sz="1350" b="1" dirty="0">
                <a:solidFill>
                  <a:srgbClr val="1E2761"/>
                </a:solidFill>
                <a:latin typeface="Calibri" pitchFamily="34" charset="0"/>
                <a:ea typeface="Calibri" pitchFamily="34" charset="-122"/>
                <a:cs typeface="Calibri" pitchFamily="34" charset="-120"/>
              </a:rPr>
              <a:t>Progressive disclosure</a:t>
            </a:r>
            <a:endParaRPr lang="en-US" sz="1350" dirty="0"/>
          </a:p>
        </p:txBody>
      </p:sp>
      <p:sp>
        <p:nvSpPr>
          <p:cNvPr id="16" name="Text 12"/>
          <p:cNvSpPr/>
          <p:nvPr/>
        </p:nvSpPr>
        <p:spPr>
          <a:xfrm>
            <a:off x="6263640" y="1682496"/>
            <a:ext cx="2542032" cy="566928"/>
          </a:xfrm>
          <a:prstGeom prst="rect">
            <a:avLst/>
          </a:prstGeom>
          <a:noFill/>
          <a:ln/>
        </p:spPr>
        <p:txBody>
          <a:bodyPr wrap="square" lIns="0" tIns="0" rIns="0" bIns="0" rtlCol="0" anchor="t"/>
          <a:lstStyle/>
          <a:p>
            <a:pPr marL="0" indent="0" algn="l">
              <a:buNone/>
            </a:pPr>
            <a:r>
              <a:rPr lang="en-US" sz="1050" dirty="0">
                <a:solidFill>
                  <a:srgbClr val="334155"/>
                </a:solidFill>
                <a:latin typeface="Calibri" pitchFamily="34" charset="0"/>
                <a:ea typeface="Calibri" pitchFamily="34" charset="-122"/>
                <a:cs typeface="Calibri" pitchFamily="34" charset="-120"/>
              </a:rPr>
              <a:t>Skills and docs load on demand, not upfront — context stays small and relevant.</a:t>
            </a:r>
            <a:endParaRPr lang="en-US" sz="1050" dirty="0"/>
          </a:p>
        </p:txBody>
      </p:sp>
      <p:sp>
        <p:nvSpPr>
          <p:cNvPr id="17" name="Shape 13"/>
          <p:cNvSpPr/>
          <p:nvPr/>
        </p:nvSpPr>
        <p:spPr>
          <a:xfrm>
            <a:off x="2880360" y="2432304"/>
            <a:ext cx="2999232" cy="1298448"/>
          </a:xfrm>
          <a:prstGeom prst="roundRect">
            <a:avLst>
              <a:gd name="adj" fmla="val 563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8" name="Shape 14"/>
          <p:cNvSpPr/>
          <p:nvPr/>
        </p:nvSpPr>
        <p:spPr>
          <a:xfrm>
            <a:off x="3063240" y="2578608"/>
            <a:ext cx="457200" cy="457200"/>
          </a:xfrm>
          <a:prstGeom prst="ellipse">
            <a:avLst/>
          </a:prstGeom>
          <a:solidFill>
            <a:srgbClr val="1E276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182112" y="2697480"/>
            <a:ext cx="219456" cy="219456"/>
          </a:xfrm>
          <a:prstGeom prst="rect">
            <a:avLst/>
          </a:prstGeom>
        </p:spPr>
      </p:pic>
      <p:sp>
        <p:nvSpPr>
          <p:cNvPr id="20" name="Text 15"/>
          <p:cNvSpPr/>
          <p:nvPr/>
        </p:nvSpPr>
        <p:spPr>
          <a:xfrm>
            <a:off x="3657600" y="2596896"/>
            <a:ext cx="2039112" cy="411480"/>
          </a:xfrm>
          <a:prstGeom prst="rect">
            <a:avLst/>
          </a:prstGeom>
          <a:noFill/>
          <a:ln/>
        </p:spPr>
        <p:txBody>
          <a:bodyPr wrap="square" lIns="0" tIns="0" rIns="0" bIns="0" rtlCol="0" anchor="ctr"/>
          <a:lstStyle/>
          <a:p>
            <a:pPr marL="0" indent="0" algn="l">
              <a:buNone/>
            </a:pPr>
            <a:r>
              <a:rPr lang="en-US" sz="1350" b="1" dirty="0">
                <a:solidFill>
                  <a:srgbClr val="1E2761"/>
                </a:solidFill>
                <a:latin typeface="Calibri" pitchFamily="34" charset="0"/>
                <a:ea typeface="Calibri" pitchFamily="34" charset="-122"/>
                <a:cs typeface="Calibri" pitchFamily="34" charset="-120"/>
              </a:rPr>
              <a:t>Context isolation</a:t>
            </a:r>
            <a:endParaRPr lang="en-US" sz="1350" dirty="0"/>
          </a:p>
        </p:txBody>
      </p:sp>
      <p:sp>
        <p:nvSpPr>
          <p:cNvPr id="21" name="Text 16"/>
          <p:cNvSpPr/>
          <p:nvPr/>
        </p:nvSpPr>
        <p:spPr>
          <a:xfrm>
            <a:off x="3108960" y="3108960"/>
            <a:ext cx="2542032" cy="566928"/>
          </a:xfrm>
          <a:prstGeom prst="rect">
            <a:avLst/>
          </a:prstGeom>
          <a:noFill/>
          <a:ln/>
        </p:spPr>
        <p:txBody>
          <a:bodyPr wrap="square" lIns="0" tIns="0" rIns="0" bIns="0" rtlCol="0" anchor="t"/>
          <a:lstStyle/>
          <a:p>
            <a:pPr marL="0" indent="0" algn="l">
              <a:buNone/>
            </a:pPr>
            <a:r>
              <a:rPr lang="en-US" sz="1050" dirty="0">
                <a:solidFill>
                  <a:srgbClr val="334155"/>
                </a:solidFill>
                <a:latin typeface="Calibri" pitchFamily="34" charset="0"/>
                <a:ea typeface="Calibri" pitchFamily="34" charset="-122"/>
                <a:cs typeface="Calibri" pitchFamily="34" charset="-120"/>
              </a:rPr>
              <a:t>Each subagent gets its own window scoped to its role — no 200k-token soup.</a:t>
            </a:r>
            <a:endParaRPr lang="en-US" sz="1050" dirty="0"/>
          </a:p>
        </p:txBody>
      </p:sp>
      <p:sp>
        <p:nvSpPr>
          <p:cNvPr id="22" name="Shape 17"/>
          <p:cNvSpPr/>
          <p:nvPr/>
        </p:nvSpPr>
        <p:spPr>
          <a:xfrm>
            <a:off x="6035040" y="2432304"/>
            <a:ext cx="2999232" cy="1298448"/>
          </a:xfrm>
          <a:prstGeom prst="roundRect">
            <a:avLst>
              <a:gd name="adj" fmla="val 563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23" name="Shape 18"/>
          <p:cNvSpPr/>
          <p:nvPr/>
        </p:nvSpPr>
        <p:spPr>
          <a:xfrm>
            <a:off x="6217920" y="2578608"/>
            <a:ext cx="457200" cy="457200"/>
          </a:xfrm>
          <a:prstGeom prst="ellipse">
            <a:avLst/>
          </a:prstGeom>
          <a:solidFill>
            <a:srgbClr val="1E2761"/>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6336792" y="2697480"/>
            <a:ext cx="219456" cy="219456"/>
          </a:xfrm>
          <a:prstGeom prst="rect">
            <a:avLst/>
          </a:prstGeom>
        </p:spPr>
      </p:pic>
      <p:sp>
        <p:nvSpPr>
          <p:cNvPr id="25" name="Text 19"/>
          <p:cNvSpPr/>
          <p:nvPr/>
        </p:nvSpPr>
        <p:spPr>
          <a:xfrm>
            <a:off x="6812280" y="2596896"/>
            <a:ext cx="2039112" cy="411480"/>
          </a:xfrm>
          <a:prstGeom prst="rect">
            <a:avLst/>
          </a:prstGeom>
          <a:noFill/>
          <a:ln/>
        </p:spPr>
        <p:txBody>
          <a:bodyPr wrap="square" lIns="0" tIns="0" rIns="0" bIns="0" rtlCol="0" anchor="ctr"/>
          <a:lstStyle/>
          <a:p>
            <a:pPr marL="0" indent="0" algn="l">
              <a:buNone/>
            </a:pPr>
            <a:r>
              <a:rPr lang="en-US" sz="1350" b="1" dirty="0">
                <a:solidFill>
                  <a:srgbClr val="1E2761"/>
                </a:solidFill>
                <a:latin typeface="Calibri" pitchFamily="34" charset="0"/>
                <a:ea typeface="Calibri" pitchFamily="34" charset="-122"/>
                <a:cs typeface="Calibri" pitchFamily="34" charset="-120"/>
              </a:rPr>
              <a:t>Persistent memory</a:t>
            </a:r>
            <a:endParaRPr lang="en-US" sz="1350" dirty="0"/>
          </a:p>
        </p:txBody>
      </p:sp>
      <p:sp>
        <p:nvSpPr>
          <p:cNvPr id="26" name="Text 20"/>
          <p:cNvSpPr/>
          <p:nvPr/>
        </p:nvSpPr>
        <p:spPr>
          <a:xfrm>
            <a:off x="6263640" y="3108960"/>
            <a:ext cx="2542032" cy="566928"/>
          </a:xfrm>
          <a:prstGeom prst="rect">
            <a:avLst/>
          </a:prstGeom>
          <a:noFill/>
          <a:ln/>
        </p:spPr>
        <p:txBody>
          <a:bodyPr wrap="square" lIns="0" tIns="0" rIns="0" bIns="0" rtlCol="0" anchor="t"/>
          <a:lstStyle/>
          <a:p>
            <a:pPr marL="0" indent="0" algn="l">
              <a:buNone/>
            </a:pPr>
            <a:r>
              <a:rPr lang="en-US" sz="1050" dirty="0">
                <a:solidFill>
                  <a:srgbClr val="334155"/>
                </a:solidFill>
                <a:latin typeface="Calibri" pitchFamily="34" charset="0"/>
                <a:ea typeface="Calibri" pitchFamily="34" charset="-122"/>
                <a:cs typeface="Calibri" pitchFamily="34" charset="-120"/>
              </a:rPr>
              <a:t>Learnings live in files, not chat history — sessions start fresh but informed.</a:t>
            </a:r>
            <a:endParaRPr lang="en-US" sz="1050" dirty="0"/>
          </a:p>
        </p:txBody>
      </p:sp>
      <p:sp>
        <p:nvSpPr>
          <p:cNvPr id="27" name="Shape 21"/>
          <p:cNvSpPr/>
          <p:nvPr/>
        </p:nvSpPr>
        <p:spPr>
          <a:xfrm>
            <a:off x="457200" y="3950208"/>
            <a:ext cx="8229600" cy="841248"/>
          </a:xfrm>
          <a:prstGeom prst="roundRect">
            <a:avLst>
              <a:gd name="adj" fmla="val 9783"/>
            </a:avLst>
          </a:prstGeom>
          <a:solidFill>
            <a:srgbClr val="1E2761"/>
          </a:solidFill>
          <a:ln/>
          <a:effectLst>
            <a:outerShdw blurRad="88900" dist="25400" dir="2700000" algn="bl" rotWithShape="0">
              <a:srgbClr val="000000">
                <a:alpha val="14000"/>
              </a:srgbClr>
            </a:outerShdw>
          </a:effectLst>
        </p:spPr>
        <p:txBody>
          <a:bodyPr/>
          <a:lstStyle/>
          <a:p>
            <a:endParaRPr lang="en-US"/>
          </a:p>
        </p:txBody>
      </p:sp>
      <p:sp>
        <p:nvSpPr>
          <p:cNvPr id="28" name="Shape 22"/>
          <p:cNvSpPr/>
          <p:nvPr/>
        </p:nvSpPr>
        <p:spPr>
          <a:xfrm>
            <a:off x="685800" y="4133088"/>
            <a:ext cx="475488" cy="475488"/>
          </a:xfrm>
          <a:prstGeom prst="ellipse">
            <a:avLst/>
          </a:prstGeom>
          <a:solidFill>
            <a:srgbClr val="2EC4B6"/>
          </a:solidFill>
          <a:ln/>
        </p:spPr>
        <p:txBody>
          <a:bodyPr/>
          <a:lstStyle/>
          <a:p>
            <a:endParaRPr lang="en-US"/>
          </a:p>
        </p:txBody>
      </p:sp>
      <p:pic>
        <p:nvPicPr>
          <p:cNvPr id="29" name="Image 4" descr="preencoded.png"/>
          <p:cNvPicPr>
            <a:picLocks noChangeAspect="1"/>
          </p:cNvPicPr>
          <p:nvPr/>
        </p:nvPicPr>
        <p:blipFill>
          <a:blip r:embed="rId5"/>
          <a:stretch>
            <a:fillRect/>
          </a:stretch>
        </p:blipFill>
        <p:spPr>
          <a:xfrm>
            <a:off x="809427" y="4256715"/>
            <a:ext cx="228234" cy="228234"/>
          </a:xfrm>
          <a:prstGeom prst="rect">
            <a:avLst/>
          </a:prstGeom>
        </p:spPr>
      </p:pic>
      <p:sp>
        <p:nvSpPr>
          <p:cNvPr id="30" name="Text 23"/>
          <p:cNvSpPr/>
          <p:nvPr/>
        </p:nvSpPr>
        <p:spPr>
          <a:xfrm>
            <a:off x="1371600" y="4041648"/>
            <a:ext cx="7178040" cy="658368"/>
          </a:xfrm>
          <a:prstGeom prst="rect">
            <a:avLst/>
          </a:prstGeom>
          <a:noFill/>
          <a:ln/>
        </p:spPr>
        <p:txBody>
          <a:bodyPr wrap="square" lIns="0" tIns="0" rIns="0" bIns="0" rtlCol="0" anchor="ctr"/>
          <a:lstStyle/>
          <a:p>
            <a:pPr marL="0" indent="0" algn="l">
              <a:buNone/>
            </a:pPr>
            <a:r>
              <a:rPr lang="en-US" sz="1300" b="1" dirty="0">
                <a:solidFill>
                  <a:srgbClr val="2EC4B6"/>
                </a:solidFill>
                <a:latin typeface="Calibri" pitchFamily="34" charset="0"/>
                <a:ea typeface="Calibri" pitchFamily="34" charset="-122"/>
                <a:cs typeface="Calibri" pitchFamily="34" charset="-120"/>
              </a:rPr>
              <a:t>AGENTS.md — the orchestrator persona</a:t>
            </a:r>
            <a:endParaRPr lang="en-US" sz="1300" dirty="0"/>
          </a:p>
          <a:p>
            <a:pPr marL="0" indent="0" algn="l">
              <a:buNone/>
            </a:pPr>
            <a:r>
              <a:rPr lang="en-US" sz="1100" dirty="0">
                <a:solidFill>
                  <a:srgbClr val="FFFFFF"/>
                </a:solidFill>
                <a:latin typeface="Calibri" pitchFamily="34" charset="0"/>
                <a:ea typeface="Calibri" pitchFamily="34" charset="-122"/>
                <a:cs typeface="Calibri" pitchFamily="34" charset="-120"/>
              </a:rPr>
              <a:t>Generated per project by init: the orchestrator's routing, AI-DLC workflow selection, skills, agent roles, gates and memory protocol.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01" name="S101"/>
          <p:cNvSpPr/>
          <p:nvPr/>
        </p:nvSpPr>
        <p:spPr>
          <a:xfrm>
            <a:off x="457200" y="292100"/>
            <a:ext cx="8229600" cy="571500"/>
          </a:xfrm>
          <a:prstGeom prst="rect">
            <a:avLst/>
          </a:prstGeom>
          <a:noFill/>
          <a:ln>
            <a:noFill/>
          </a:ln>
        </p:spPr>
        <p:txBody>
          <a:bodyPr wrap="square" lIns="0" tIns="76200" rIns="0" bIns="76200" anchor="ctr"/>
          <a:lstStyle/>
          <a:p>
            <a:pPr marL="0" indent="0" algn="l">
              <a:buNone/>
            </a:pPr>
            <a:r>
              <a:rPr lang="en-US" sz="3000" b="1" i="0" dirty="0">
                <a:solidFill>
                  <a:srgbClr val="1E2761"/>
                </a:solidFill>
                <a:latin typeface="Cambria"/>
              </a:rPr>
              <a:t>Agent Teams vs. Parallel Subagents</a:t>
            </a:r>
          </a:p>
        </p:txBody>
      </p:sp>
      <p:sp>
        <p:nvSpPr>
          <p:cNvPr id="102" name="S102"/>
          <p:cNvSpPr/>
          <p:nvPr/>
        </p:nvSpPr>
        <p:spPr>
          <a:xfrm>
            <a:off x="457200" y="838200"/>
            <a:ext cx="8229600" cy="254000"/>
          </a:xfrm>
          <a:prstGeom prst="rect">
            <a:avLst/>
          </a:prstGeom>
          <a:noFill/>
          <a:ln>
            <a:noFill/>
          </a:ln>
        </p:spPr>
        <p:txBody>
          <a:bodyPr wrap="square" lIns="0" tIns="76200" rIns="0" bIns="76200" anchor="ctr"/>
          <a:lstStyle/>
          <a:p>
            <a:pPr marL="0" indent="0" algn="l">
              <a:buNone/>
            </a:pPr>
            <a:r>
              <a:rPr lang="en-US" sz="1400" b="0" i="0" dirty="0">
                <a:solidFill>
                  <a:srgbClr val="5A6485"/>
                </a:solidFill>
                <a:latin typeface="Calibri"/>
              </a:rPr>
              <a:t>Two ways to scale agentic work — one adds structure, the other adds throughput</a:t>
            </a:r>
          </a:p>
        </p:txBody>
      </p:sp>
      <p:sp>
        <p:nvSpPr>
          <p:cNvPr id="103" name="S103"/>
          <p:cNvSpPr/>
          <p:nvPr/>
        </p:nvSpPr>
        <p:spPr>
          <a:xfrm>
            <a:off x="279400" y="1219200"/>
            <a:ext cx="4013200" cy="2540000"/>
          </a:xfrm>
          <a:prstGeom prst="roundRect">
            <a:avLst>
              <a:gd name="adj" fmla="val 6000"/>
            </a:avLst>
          </a:prstGeom>
          <a:solidFill>
            <a:srgbClr val="EAF2FB"/>
          </a:solidFill>
          <a:ln>
            <a:noFill/>
          </a:ln>
        </p:spPr>
        <p:txBody>
          <a:bodyPr wrap="square" lIns="101600" tIns="76200" rIns="101600" bIns="76200" anchor="ctr"/>
          <a:lstStyle/>
          <a:p>
            <a:endParaRPr lang="en-US"/>
          </a:p>
        </p:txBody>
      </p:sp>
      <p:sp>
        <p:nvSpPr>
          <p:cNvPr id="104" name="S104"/>
          <p:cNvSpPr/>
          <p:nvPr/>
        </p:nvSpPr>
        <p:spPr>
          <a:xfrm>
            <a:off x="4851400" y="1219200"/>
            <a:ext cx="4013200" cy="2540000"/>
          </a:xfrm>
          <a:prstGeom prst="roundRect">
            <a:avLst>
              <a:gd name="adj" fmla="val 6000"/>
            </a:avLst>
          </a:prstGeom>
          <a:solidFill>
            <a:srgbClr val="F3F1FB"/>
          </a:solidFill>
          <a:ln>
            <a:noFill/>
          </a:ln>
        </p:spPr>
        <p:txBody>
          <a:bodyPr wrap="square" lIns="101600" tIns="76200" rIns="101600" bIns="76200" anchor="ctr"/>
          <a:lstStyle/>
          <a:p>
            <a:endParaRPr lang="en-US"/>
          </a:p>
        </p:txBody>
      </p:sp>
      <p:sp>
        <p:nvSpPr>
          <p:cNvPr id="105" name="S105"/>
          <p:cNvSpPr/>
          <p:nvPr/>
        </p:nvSpPr>
        <p:spPr>
          <a:xfrm>
            <a:off x="431800" y="1346200"/>
            <a:ext cx="3708400" cy="330200"/>
          </a:xfrm>
          <a:prstGeom prst="rect">
            <a:avLst/>
          </a:prstGeom>
          <a:noFill/>
          <a:ln>
            <a:noFill/>
          </a:ln>
        </p:spPr>
        <p:txBody>
          <a:bodyPr wrap="square" lIns="0" tIns="76200" rIns="0" bIns="76200" anchor="ctr"/>
          <a:lstStyle/>
          <a:p>
            <a:pPr marL="0" indent="0" algn="l">
              <a:buNone/>
            </a:pPr>
            <a:r>
              <a:rPr lang="en-US" sz="1800" b="1" i="0" dirty="0">
                <a:solidFill>
                  <a:srgbClr val="1E2761"/>
                </a:solidFill>
                <a:latin typeface="Cambria"/>
              </a:rPr>
              <a:t>Agent Teams (Experimental)</a:t>
            </a:r>
          </a:p>
        </p:txBody>
      </p:sp>
      <p:sp>
        <p:nvSpPr>
          <p:cNvPr id="106" name="S106"/>
          <p:cNvSpPr/>
          <p:nvPr/>
        </p:nvSpPr>
        <p:spPr>
          <a:xfrm>
            <a:off x="5003800" y="1346200"/>
            <a:ext cx="3708400" cy="330200"/>
          </a:xfrm>
          <a:prstGeom prst="rect">
            <a:avLst/>
          </a:prstGeom>
          <a:noFill/>
          <a:ln>
            <a:noFill/>
          </a:ln>
        </p:spPr>
        <p:txBody>
          <a:bodyPr wrap="square" lIns="0" tIns="76200" rIns="0" bIns="76200" anchor="ctr"/>
          <a:lstStyle/>
          <a:p>
            <a:pPr marL="0" indent="0" algn="l">
              <a:buNone/>
            </a:pPr>
            <a:r>
              <a:rPr lang="en-US" sz="1800" b="1" i="0" dirty="0">
                <a:solidFill>
                  <a:srgbClr val="4A3B8C"/>
                </a:solidFill>
                <a:latin typeface="Cambria"/>
              </a:rPr>
              <a:t>Parallel Subagents</a:t>
            </a:r>
          </a:p>
        </p:txBody>
      </p:sp>
      <p:sp>
        <p:nvSpPr>
          <p:cNvPr id="107" name="S107"/>
          <p:cNvSpPr/>
          <p:nvPr/>
        </p:nvSpPr>
        <p:spPr>
          <a:xfrm>
            <a:off x="431800" y="1701800"/>
            <a:ext cx="762000" cy="38100"/>
          </a:xfrm>
          <a:prstGeom prst="rect">
            <a:avLst/>
          </a:prstGeom>
          <a:solidFill>
            <a:srgbClr val="2BB6A3"/>
          </a:solidFill>
          <a:ln>
            <a:noFill/>
          </a:ln>
        </p:spPr>
        <p:txBody>
          <a:bodyPr wrap="square" lIns="101600" tIns="76200" rIns="101600" bIns="76200" anchor="ctr"/>
          <a:lstStyle/>
          <a:p>
            <a:endParaRPr lang="en-US"/>
          </a:p>
        </p:txBody>
      </p:sp>
      <p:sp>
        <p:nvSpPr>
          <p:cNvPr id="108" name="S108"/>
          <p:cNvSpPr/>
          <p:nvPr/>
        </p:nvSpPr>
        <p:spPr>
          <a:xfrm>
            <a:off x="5003800" y="1701800"/>
            <a:ext cx="762000" cy="38100"/>
          </a:xfrm>
          <a:prstGeom prst="rect">
            <a:avLst/>
          </a:prstGeom>
          <a:solidFill>
            <a:srgbClr val="7C6BD1"/>
          </a:solidFill>
          <a:ln>
            <a:noFill/>
          </a:ln>
        </p:spPr>
        <p:txBody>
          <a:bodyPr wrap="square" lIns="101600" tIns="76200" rIns="101600" bIns="76200" anchor="ctr"/>
          <a:lstStyle/>
          <a:p>
            <a:endParaRPr lang="en-US"/>
          </a:p>
        </p:txBody>
      </p:sp>
      <p:sp>
        <p:nvSpPr>
          <p:cNvPr id="109" name="S109"/>
          <p:cNvSpPr/>
          <p:nvPr/>
        </p:nvSpPr>
        <p:spPr>
          <a:xfrm>
            <a:off x="431800" y="18542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Structure</a:t>
            </a:r>
          </a:p>
        </p:txBody>
      </p:sp>
      <p:sp>
        <p:nvSpPr>
          <p:cNvPr id="110" name="S110"/>
          <p:cNvSpPr/>
          <p:nvPr/>
        </p:nvSpPr>
        <p:spPr>
          <a:xfrm>
            <a:off x="1498600" y="18542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Named roles with persistent identity</a:t>
            </a:r>
          </a:p>
        </p:txBody>
      </p:sp>
      <p:sp>
        <p:nvSpPr>
          <p:cNvPr id="111" name="S111"/>
          <p:cNvSpPr/>
          <p:nvPr/>
        </p:nvSpPr>
        <p:spPr>
          <a:xfrm>
            <a:off x="5003800" y="18542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Structure</a:t>
            </a:r>
          </a:p>
        </p:txBody>
      </p:sp>
      <p:sp>
        <p:nvSpPr>
          <p:cNvPr id="112" name="S112"/>
          <p:cNvSpPr/>
          <p:nvPr/>
        </p:nvSpPr>
        <p:spPr>
          <a:xfrm>
            <a:off x="6070600" y="18542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Anonymous workers spawned on demand</a:t>
            </a:r>
          </a:p>
        </p:txBody>
      </p:sp>
      <p:sp>
        <p:nvSpPr>
          <p:cNvPr id="113" name="S113"/>
          <p:cNvSpPr/>
          <p:nvPr/>
        </p:nvSpPr>
        <p:spPr>
          <a:xfrm>
            <a:off x="431800" y="22606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Coordination</a:t>
            </a:r>
          </a:p>
        </p:txBody>
      </p:sp>
      <p:sp>
        <p:nvSpPr>
          <p:cNvPr id="114" name="S114"/>
          <p:cNvSpPr/>
          <p:nvPr/>
        </p:nvSpPr>
        <p:spPr>
          <a:xfrm>
            <a:off x="1498600" y="22606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Agents hand off artifacts to each other</a:t>
            </a:r>
          </a:p>
        </p:txBody>
      </p:sp>
      <p:sp>
        <p:nvSpPr>
          <p:cNvPr id="115" name="S115"/>
          <p:cNvSpPr/>
          <p:nvPr/>
        </p:nvSpPr>
        <p:spPr>
          <a:xfrm>
            <a:off x="5003800" y="22606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Coordination</a:t>
            </a:r>
          </a:p>
        </p:txBody>
      </p:sp>
      <p:sp>
        <p:nvSpPr>
          <p:cNvPr id="116" name="S116"/>
          <p:cNvSpPr/>
          <p:nvPr/>
        </p:nvSpPr>
        <p:spPr>
          <a:xfrm>
            <a:off x="6070600" y="22606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Orchestrator fans out, then merges results</a:t>
            </a:r>
          </a:p>
        </p:txBody>
      </p:sp>
      <p:sp>
        <p:nvSpPr>
          <p:cNvPr id="117" name="S117"/>
          <p:cNvSpPr/>
          <p:nvPr/>
        </p:nvSpPr>
        <p:spPr>
          <a:xfrm>
            <a:off x="431800" y="26924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State</a:t>
            </a:r>
          </a:p>
        </p:txBody>
      </p:sp>
      <p:sp>
        <p:nvSpPr>
          <p:cNvPr id="118" name="S118"/>
          <p:cNvSpPr/>
          <p:nvPr/>
        </p:nvSpPr>
        <p:spPr>
          <a:xfrm>
            <a:off x="1498600" y="26924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Shared, durable context across the run</a:t>
            </a:r>
          </a:p>
        </p:txBody>
      </p:sp>
      <p:sp>
        <p:nvSpPr>
          <p:cNvPr id="119" name="S119"/>
          <p:cNvSpPr/>
          <p:nvPr/>
        </p:nvSpPr>
        <p:spPr>
          <a:xfrm>
            <a:off x="5003800" y="26924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State</a:t>
            </a:r>
          </a:p>
        </p:txBody>
      </p:sp>
      <p:sp>
        <p:nvSpPr>
          <p:cNvPr id="120" name="S120"/>
          <p:cNvSpPr/>
          <p:nvPr/>
        </p:nvSpPr>
        <p:spPr>
          <a:xfrm>
            <a:off x="6070600" y="26924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Isolated context per subagent</a:t>
            </a:r>
          </a:p>
        </p:txBody>
      </p:sp>
      <p:sp>
        <p:nvSpPr>
          <p:cNvPr id="121" name="S121"/>
          <p:cNvSpPr/>
          <p:nvPr/>
        </p:nvSpPr>
        <p:spPr>
          <a:xfrm>
            <a:off x="431800" y="31242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Best for</a:t>
            </a:r>
          </a:p>
        </p:txBody>
      </p:sp>
      <p:sp>
        <p:nvSpPr>
          <p:cNvPr id="122" name="S122"/>
          <p:cNvSpPr/>
          <p:nvPr/>
        </p:nvSpPr>
        <p:spPr>
          <a:xfrm>
            <a:off x="1498600" y="31242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Multi-stage delivery: spec to code to review</a:t>
            </a:r>
          </a:p>
        </p:txBody>
      </p:sp>
      <p:sp>
        <p:nvSpPr>
          <p:cNvPr id="123" name="S123"/>
          <p:cNvSpPr/>
          <p:nvPr/>
        </p:nvSpPr>
        <p:spPr>
          <a:xfrm>
            <a:off x="5003800" y="3124200"/>
            <a:ext cx="1016000" cy="431800"/>
          </a:xfrm>
          <a:prstGeom prst="rect">
            <a:avLst/>
          </a:prstGeom>
          <a:noFill/>
          <a:ln>
            <a:noFill/>
          </a:ln>
        </p:spPr>
        <p:txBody>
          <a:bodyPr wrap="square" lIns="0" tIns="76200" rIns="0" bIns="76200" anchor="t"/>
          <a:lstStyle/>
          <a:p>
            <a:pPr marL="0" indent="0" algn="l">
              <a:buNone/>
            </a:pPr>
            <a:r>
              <a:rPr lang="en-US" sz="1200" b="1" i="0" dirty="0">
                <a:solidFill>
                  <a:srgbClr val="5A6485"/>
                </a:solidFill>
                <a:latin typeface="Calibri"/>
              </a:rPr>
              <a:t>Best for</a:t>
            </a:r>
          </a:p>
        </p:txBody>
      </p:sp>
      <p:sp>
        <p:nvSpPr>
          <p:cNvPr id="124" name="S124"/>
          <p:cNvSpPr/>
          <p:nvPr/>
        </p:nvSpPr>
        <p:spPr>
          <a:xfrm>
            <a:off x="6070600" y="3124200"/>
            <a:ext cx="2641600" cy="431800"/>
          </a:xfrm>
          <a:prstGeom prst="rect">
            <a:avLst/>
          </a:prstGeom>
          <a:noFill/>
          <a:ln>
            <a:noFill/>
          </a:ln>
        </p:spPr>
        <p:txBody>
          <a:bodyPr wrap="square" lIns="0" tIns="76200" rIns="0" bIns="76200" anchor="t"/>
          <a:lstStyle/>
          <a:p>
            <a:pPr marL="0" indent="0" algn="l">
              <a:buNone/>
            </a:pPr>
            <a:r>
              <a:rPr lang="en-US" sz="1300" b="0" i="0" dirty="0">
                <a:solidFill>
                  <a:srgbClr val="1E2761"/>
                </a:solidFill>
                <a:latin typeface="Calibri"/>
              </a:rPr>
              <a:t>Wide, independent tasks: research, critique, scans</a:t>
            </a:r>
          </a:p>
        </p:txBody>
      </p:sp>
      <p:sp>
        <p:nvSpPr>
          <p:cNvPr id="125" name="S125"/>
          <p:cNvSpPr/>
          <p:nvPr/>
        </p:nvSpPr>
        <p:spPr>
          <a:xfrm>
            <a:off x="279400" y="3937000"/>
            <a:ext cx="8585200" cy="965200"/>
          </a:xfrm>
          <a:prstGeom prst="roundRect">
            <a:avLst>
              <a:gd name="adj" fmla="val 8000"/>
            </a:avLst>
          </a:prstGeom>
          <a:solidFill>
            <a:srgbClr val="1E2761"/>
          </a:solidFill>
          <a:ln>
            <a:noFill/>
          </a:ln>
        </p:spPr>
        <p:txBody>
          <a:bodyPr wrap="square" lIns="101600" tIns="76200" rIns="101600" bIns="76200" anchor="ctr"/>
          <a:lstStyle/>
          <a:p>
            <a:endParaRPr lang="en-US"/>
          </a:p>
        </p:txBody>
      </p:sp>
      <p:sp>
        <p:nvSpPr>
          <p:cNvPr id="126" name="S126"/>
          <p:cNvSpPr/>
          <p:nvPr/>
        </p:nvSpPr>
        <p:spPr>
          <a:xfrm>
            <a:off x="533400" y="4064000"/>
            <a:ext cx="330200" cy="330200"/>
          </a:xfrm>
          <a:prstGeom prst="ellipse">
            <a:avLst/>
          </a:prstGeom>
          <a:solidFill>
            <a:srgbClr val="2BB6A3"/>
          </a:solidFill>
          <a:ln>
            <a:noFill/>
          </a:ln>
        </p:spPr>
        <p:txBody>
          <a:bodyPr wrap="square" lIns="101600" tIns="76200" rIns="101600" bIns="76200" anchor="ctr"/>
          <a:lstStyle/>
          <a:p>
            <a:endParaRPr lang="en-US"/>
          </a:p>
        </p:txBody>
      </p:sp>
      <p:sp>
        <p:nvSpPr>
          <p:cNvPr id="127" name="S127"/>
          <p:cNvSpPr/>
          <p:nvPr/>
        </p:nvSpPr>
        <p:spPr>
          <a:xfrm>
            <a:off x="1016000" y="4038600"/>
            <a:ext cx="7620000" cy="254000"/>
          </a:xfrm>
          <a:prstGeom prst="rect">
            <a:avLst/>
          </a:prstGeom>
          <a:noFill/>
          <a:ln>
            <a:noFill/>
          </a:ln>
        </p:spPr>
        <p:txBody>
          <a:bodyPr wrap="square" lIns="0" tIns="76200" rIns="0" bIns="76200" anchor="ctr"/>
          <a:lstStyle/>
          <a:p>
            <a:pPr marL="0" indent="0" algn="l">
              <a:buNone/>
            </a:pPr>
            <a:r>
              <a:rPr lang="en-US" sz="1500" b="1" i="0" dirty="0">
                <a:solidFill>
                  <a:srgbClr val="FFFFFF"/>
                </a:solidFill>
                <a:latin typeface="Cambria"/>
              </a:rPr>
              <a:t>They compose, not compete</a:t>
            </a:r>
          </a:p>
        </p:txBody>
      </p:sp>
      <p:sp>
        <p:nvSpPr>
          <p:cNvPr id="128" name="S128"/>
          <p:cNvSpPr/>
          <p:nvPr/>
        </p:nvSpPr>
        <p:spPr>
          <a:xfrm>
            <a:off x="1016000" y="4318000"/>
            <a:ext cx="7620000" cy="508000"/>
          </a:xfrm>
          <a:prstGeom prst="rect">
            <a:avLst/>
          </a:prstGeom>
          <a:noFill/>
          <a:ln>
            <a:noFill/>
          </a:ln>
        </p:spPr>
        <p:txBody>
          <a:bodyPr wrap="square" lIns="0" tIns="76200" rIns="0" bIns="76200" anchor="t"/>
          <a:lstStyle/>
          <a:p>
            <a:pPr marL="0" indent="0" algn="l">
              <a:buNone/>
            </a:pPr>
            <a:r>
              <a:rPr lang="en-US" sz="1300" b="0" i="0" dirty="0">
                <a:solidFill>
                  <a:srgbClr val="C9D3EA"/>
                </a:solidFill>
                <a:latin typeface="Calibri"/>
              </a:rPr>
              <a:t>Use an Agent Team for the delivery spine — architect, engineer, reviewer. Fan out parallel subagents inside any single step where the work splits cleanly and results can be merged.</a:t>
            </a:r>
          </a:p>
        </p:txBody>
      </p:sp>
    </p:spTree>
    <p:extLst>
      <p:ext uri="{BB962C8B-B14F-4D97-AF65-F5344CB8AC3E}">
        <p14:creationId xmlns:p14="http://schemas.microsoft.com/office/powerpoint/2010/main" val="2595739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Not One Loop — Eight Named Lifecycles</a:t>
            </a:r>
            <a:endParaRPr lang="en-US" sz="3000" dirty="0"/>
          </a:p>
        </p:txBody>
      </p:sp>
      <p:sp>
        <p:nvSpPr>
          <p:cNvPr id="3" name="Card 1"/>
          <p:cNvSpPr/>
          <p:nvPr/>
        </p:nvSpPr>
        <p:spPr>
          <a:xfrm>
            <a:off x="457200" y="9144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4" name="Badge 1"/>
          <p:cNvSpPr/>
          <p:nvPr/>
        </p:nvSpPr>
        <p:spPr>
          <a:xfrm>
            <a:off x="594360" y="1151890"/>
            <a:ext cx="274320" cy="274320"/>
          </a:xfrm>
          <a:prstGeom prst="ellipse">
            <a:avLst/>
          </a:prstGeom>
          <a:solidFill>
            <a:srgbClr val="1E2761"/>
          </a:solidFill>
          <a:ln/>
        </p:spPr>
        <p:txBody>
          <a:bodyPr/>
          <a:lstStyle/>
          <a:p>
            <a:endParaRPr lang="en-US"/>
          </a:p>
        </p:txBody>
      </p:sp>
      <p:sp>
        <p:nvSpPr>
          <p:cNvPr id="5" name="BadgeText 1"/>
          <p:cNvSpPr/>
          <p:nvPr/>
        </p:nvSpPr>
        <p:spPr>
          <a:xfrm>
            <a:off x="594360" y="11518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Body 1"/>
          <p:cNvSpPr/>
          <p:nvPr/>
        </p:nvSpPr>
        <p:spPr>
          <a:xfrm>
            <a:off x="1005840" y="974400"/>
            <a:ext cx="3337560" cy="629300"/>
          </a:xfrm>
          <a:prstGeom prst="rect">
            <a:avLst/>
          </a:prstGeom>
          <a:noFill/>
          <a:ln/>
        </p:spPr>
        <p:txBody>
          <a:bodyPr wrap="square" lIns="0" tIns="0" rIns="0" bIns="0" rtlCol="0" anchor="ctr"/>
          <a:lstStyle/>
          <a:p>
            <a:pPr marL="0" indent="0" algn="l">
              <a:buNone/>
            </a:pPr>
            <a:r>
              <a:rPr lang="en-US" sz="1000" b="1" dirty="0">
                <a:solidFill>
                  <a:srgbClr val="1E2761"/>
                </a:solidFill>
                <a:latin typeface="Calibri" pitchFamily="34" charset="0"/>
                <a:ea typeface="Calibri" pitchFamily="34" charset="-122"/>
                <a:cs typeface="Calibri" pitchFamily="34" charset="-120"/>
              </a:rPr>
              <a:t>PDLC · Product Design</a:t>
            </a:r>
            <a:r>
              <a:rPr lang="en-US" sz="800" i="1" dirty="0">
                <a:solidFill>
                  <a:srgbClr val="64748B"/>
                </a:solidFill>
                <a:latin typeface="Calibri" pitchFamily="34" charset="0"/>
                <a:ea typeface="Calibri" pitchFamily="34" charset="-122"/>
                <a:cs typeface="Calibri" pitchFamily="34" charset="-120"/>
              </a:rPr>
              <a:t>   PO                                                               </a:t>
            </a:r>
          </a:p>
          <a:p>
            <a:pPr marL="0" indent="0" algn="l">
              <a:buNone/>
            </a:pPr>
            <a:r>
              <a:rPr lang="en-US" sz="800" i="1" dirty="0">
                <a:solidFill>
                  <a:srgbClr val="64748B"/>
                </a:solidFill>
                <a:latin typeface="Calibri" pitchFamily="34" charset="0"/>
                <a:ea typeface="Calibri" pitchFamily="34" charset="-122"/>
                <a:cs typeface="Calibri" pitchFamily="34" charset="-120"/>
              </a:rPr>
              <a:t>DW ↔ BC</a:t>
            </a:r>
            <a:endParaRPr lang="en-US" sz="1000" dirty="0"/>
          </a:p>
          <a:p>
            <a:pPr marL="0" indent="0" algn="l">
              <a:buNone/>
            </a:pPr>
            <a:r>
              <a:rPr lang="en-US" sz="850" dirty="0">
                <a:solidFill>
                  <a:srgbClr val="334155"/>
                </a:solidFill>
                <a:latin typeface="Calibri" pitchFamily="34" charset="0"/>
                <a:ea typeface="Calibri" pitchFamily="34" charset="-122"/>
                <a:cs typeface="Calibri" pitchFamily="34" charset="-120"/>
              </a:rPr>
              <a:t>Vague idea → features, use-case diagrams, stories with numbered acceptance criteria.</a:t>
            </a:r>
            <a:endParaRPr lang="en-US" sz="850" dirty="0"/>
          </a:p>
        </p:txBody>
      </p:sp>
      <p:sp>
        <p:nvSpPr>
          <p:cNvPr id="7" name="Card 2"/>
          <p:cNvSpPr/>
          <p:nvPr/>
        </p:nvSpPr>
        <p:spPr>
          <a:xfrm>
            <a:off x="457200" y="17907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8" name="Badge 2"/>
          <p:cNvSpPr/>
          <p:nvPr/>
        </p:nvSpPr>
        <p:spPr>
          <a:xfrm>
            <a:off x="594360" y="2028190"/>
            <a:ext cx="274320" cy="274320"/>
          </a:xfrm>
          <a:prstGeom prst="ellipse">
            <a:avLst/>
          </a:prstGeom>
          <a:solidFill>
            <a:srgbClr val="1E2761"/>
          </a:solidFill>
          <a:ln/>
        </p:spPr>
        <p:txBody>
          <a:bodyPr/>
          <a:lstStyle/>
          <a:p>
            <a:endParaRPr lang="en-US"/>
          </a:p>
        </p:txBody>
      </p:sp>
      <p:sp>
        <p:nvSpPr>
          <p:cNvPr id="9" name="BadgeText 2"/>
          <p:cNvSpPr/>
          <p:nvPr/>
        </p:nvSpPr>
        <p:spPr>
          <a:xfrm>
            <a:off x="594360" y="20281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Body 2"/>
          <p:cNvSpPr/>
          <p:nvPr/>
        </p:nvSpPr>
        <p:spPr>
          <a:xfrm>
            <a:off x="1005840" y="1850700"/>
            <a:ext cx="3337560" cy="629300"/>
          </a:xfrm>
          <a:prstGeom prst="rect">
            <a:avLst/>
          </a:prstGeom>
          <a:noFill/>
          <a:ln/>
        </p:spPr>
        <p:txBody>
          <a:bodyPr wrap="square" lIns="0" tIns="0" rIns="0" bIns="0" rtlCol="0" anchor="ctr"/>
          <a:lstStyle/>
          <a:p>
            <a:r>
              <a:rPr lang="en-US" sz="1000" b="1" dirty="0">
                <a:solidFill>
                  <a:srgbClr val="1E2761"/>
                </a:solidFill>
                <a:latin typeface="Calibri" pitchFamily="34" charset="0"/>
                <a:ea typeface="Calibri" pitchFamily="34" charset="-122"/>
                <a:cs typeface="Calibri" pitchFamily="34" charset="-120"/>
              </a:rPr>
              <a:t>ASDLC · Architecture &amp; Design</a:t>
            </a:r>
            <a:r>
              <a:rPr lang="en-US" sz="800" i="1" dirty="0">
                <a:solidFill>
                  <a:srgbClr val="64748B"/>
                </a:solidFill>
                <a:latin typeface="Calibri" pitchFamily="34" charset="0"/>
                <a:ea typeface="Calibri" pitchFamily="34" charset="-122"/>
                <a:cs typeface="Calibri" pitchFamily="34" charset="-120"/>
              </a:rPr>
              <a:t>   PO ↔ SA ↔ SDE </a:t>
            </a:r>
            <a:r>
              <a:rPr lang="en-US" sz="800" i="1" dirty="0">
                <a:latin typeface="+mj-lt"/>
              </a:rPr>
              <a:t>↔ RA</a:t>
            </a:r>
            <a:r>
              <a:rPr lang="en-US" sz="800" i="1" dirty="0">
                <a:solidFill>
                  <a:srgbClr val="64748B"/>
                </a:solidFill>
                <a:latin typeface="+mj-lt"/>
                <a:ea typeface="Calibri" pitchFamily="34" charset="-122"/>
                <a:cs typeface="Calibri" pitchFamily="34" charset="-120"/>
              </a:rPr>
              <a:t> </a:t>
            </a:r>
            <a:r>
              <a:rPr lang="en-US" sz="800" i="1" dirty="0">
                <a:solidFill>
                  <a:srgbClr val="64748B"/>
                </a:solidFill>
                <a:latin typeface="Calibri" pitchFamily="34" charset="0"/>
                <a:ea typeface="Calibri" pitchFamily="34" charset="-122"/>
                <a:cs typeface="Calibri" pitchFamily="34" charset="-120"/>
              </a:rPr>
              <a:t>    </a:t>
            </a:r>
          </a:p>
          <a:p>
            <a:r>
              <a:rPr lang="en-US" sz="800" i="1" dirty="0">
                <a:solidFill>
                  <a:srgbClr val="64748B"/>
                </a:solidFill>
                <a:latin typeface="Calibri" pitchFamily="34" charset="0"/>
                <a:ea typeface="Calibri" pitchFamily="34" charset="-122"/>
                <a:cs typeface="Calibri" pitchFamily="34" charset="-120"/>
              </a:rPr>
              <a:t>DW ↔ BC</a:t>
            </a:r>
            <a:endParaRPr lang="en-US" sz="1000" dirty="0"/>
          </a:p>
          <a:p>
            <a:pPr marL="0" indent="0" algn="l">
              <a:buNone/>
            </a:pPr>
            <a:r>
              <a:rPr lang="en-US" sz="850" dirty="0">
                <a:solidFill>
                  <a:srgbClr val="334155"/>
                </a:solidFill>
                <a:latin typeface="Calibri" pitchFamily="34" charset="0"/>
                <a:ea typeface="Calibri" pitchFamily="34" charset="-122"/>
                <a:cs typeface="Calibri" pitchFamily="34" charset="-120"/>
              </a:rPr>
              <a:t>ADRs plus a frozen spec.md per story, co-owned by architect and system engineer.</a:t>
            </a:r>
            <a:endParaRPr lang="en-US" sz="850" dirty="0"/>
          </a:p>
        </p:txBody>
      </p:sp>
      <p:sp>
        <p:nvSpPr>
          <p:cNvPr id="11" name="Card 3"/>
          <p:cNvSpPr/>
          <p:nvPr/>
        </p:nvSpPr>
        <p:spPr>
          <a:xfrm>
            <a:off x="457200" y="26670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2" name="Badge 3"/>
          <p:cNvSpPr/>
          <p:nvPr/>
        </p:nvSpPr>
        <p:spPr>
          <a:xfrm>
            <a:off x="594360" y="2904490"/>
            <a:ext cx="274320" cy="274320"/>
          </a:xfrm>
          <a:prstGeom prst="ellipse">
            <a:avLst/>
          </a:prstGeom>
          <a:solidFill>
            <a:srgbClr val="1E2761"/>
          </a:solidFill>
          <a:ln/>
        </p:spPr>
        <p:txBody>
          <a:bodyPr/>
          <a:lstStyle/>
          <a:p>
            <a:endParaRPr lang="en-US"/>
          </a:p>
        </p:txBody>
      </p:sp>
      <p:sp>
        <p:nvSpPr>
          <p:cNvPr id="13" name="BadgeText 3"/>
          <p:cNvSpPr/>
          <p:nvPr/>
        </p:nvSpPr>
        <p:spPr>
          <a:xfrm>
            <a:off x="594360" y="29044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Body 3"/>
          <p:cNvSpPr/>
          <p:nvPr/>
        </p:nvSpPr>
        <p:spPr>
          <a:xfrm>
            <a:off x="1005840" y="2727000"/>
            <a:ext cx="3337560" cy="629300"/>
          </a:xfrm>
          <a:prstGeom prst="rect">
            <a:avLst/>
          </a:prstGeom>
          <a:noFill/>
          <a:ln/>
        </p:spPr>
        <p:txBody>
          <a:bodyPr wrap="square" lIns="0" tIns="0" rIns="0" bIns="0" rtlCol="0" anchor="ctr"/>
          <a:lstStyle/>
          <a:p>
            <a:r>
              <a:rPr lang="en-US" sz="1000" b="1" dirty="0">
                <a:solidFill>
                  <a:srgbClr val="1E2761"/>
                </a:solidFill>
                <a:latin typeface="Calibri" pitchFamily="34" charset="0"/>
                <a:ea typeface="Calibri" pitchFamily="34" charset="-122"/>
                <a:cs typeface="Calibri" pitchFamily="34" charset="-120"/>
              </a:rPr>
              <a:t>STBLC · Story &amp; Task Breakdown</a:t>
            </a:r>
            <a:r>
              <a:rPr lang="en-US" sz="800" i="1" dirty="0">
                <a:solidFill>
                  <a:srgbClr val="64748B"/>
                </a:solidFill>
                <a:latin typeface="Calibri" pitchFamily="34" charset="0"/>
                <a:ea typeface="Calibri" pitchFamily="34" charset="-122"/>
                <a:cs typeface="Calibri" pitchFamily="34" charset="-120"/>
              </a:rPr>
              <a:t>   PO ↔ SA ↔ SDE ↔ SWE </a:t>
            </a:r>
          </a:p>
          <a:p>
            <a:r>
              <a:rPr lang="en-US" sz="800" i="1" dirty="0">
                <a:solidFill>
                  <a:srgbClr val="64748B"/>
                </a:solidFill>
                <a:latin typeface="Calibri" pitchFamily="34" charset="0"/>
                <a:ea typeface="Calibri" pitchFamily="34" charset="-122"/>
                <a:cs typeface="Calibri" pitchFamily="34" charset="-120"/>
              </a:rPr>
              <a:t>DW ↔ BC</a:t>
            </a:r>
            <a:endParaRPr lang="en-US" sz="1000" dirty="0"/>
          </a:p>
          <a:p>
            <a:pPr marL="0" indent="0" algn="l">
              <a:buNone/>
            </a:pPr>
            <a:r>
              <a:rPr lang="en-US" sz="850" dirty="0">
                <a:solidFill>
                  <a:srgbClr val="334155"/>
                </a:solidFill>
                <a:latin typeface="Calibri" pitchFamily="34" charset="0"/>
                <a:ea typeface="Calibri" pitchFamily="34" charset="-122"/>
                <a:cs typeface="Calibri" pitchFamily="34" charset="-120"/>
              </a:rPr>
              <a:t>Estimated, dependency-ordered tasks, each carrying its own technical DoD.</a:t>
            </a:r>
            <a:endParaRPr lang="en-US" sz="850" dirty="0"/>
          </a:p>
        </p:txBody>
      </p:sp>
      <p:sp>
        <p:nvSpPr>
          <p:cNvPr id="15" name="Card 4"/>
          <p:cNvSpPr/>
          <p:nvPr/>
        </p:nvSpPr>
        <p:spPr>
          <a:xfrm>
            <a:off x="457200" y="35433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6" name="Badge 4"/>
          <p:cNvSpPr/>
          <p:nvPr/>
        </p:nvSpPr>
        <p:spPr>
          <a:xfrm>
            <a:off x="594360" y="3780790"/>
            <a:ext cx="274320" cy="274320"/>
          </a:xfrm>
          <a:prstGeom prst="ellipse">
            <a:avLst/>
          </a:prstGeom>
          <a:solidFill>
            <a:srgbClr val="1E2761"/>
          </a:solidFill>
          <a:ln/>
        </p:spPr>
        <p:txBody>
          <a:bodyPr/>
          <a:lstStyle/>
          <a:p>
            <a:endParaRPr lang="en-US"/>
          </a:p>
        </p:txBody>
      </p:sp>
      <p:sp>
        <p:nvSpPr>
          <p:cNvPr id="17" name="BadgeText 4"/>
          <p:cNvSpPr/>
          <p:nvPr/>
        </p:nvSpPr>
        <p:spPr>
          <a:xfrm>
            <a:off x="594360" y="37807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Body 4"/>
          <p:cNvSpPr/>
          <p:nvPr/>
        </p:nvSpPr>
        <p:spPr>
          <a:xfrm>
            <a:off x="1005840" y="3603300"/>
            <a:ext cx="3337560" cy="629300"/>
          </a:xfrm>
          <a:prstGeom prst="rect">
            <a:avLst/>
          </a:prstGeom>
          <a:noFill/>
          <a:ln/>
        </p:spPr>
        <p:txBody>
          <a:bodyPr wrap="square" lIns="0" tIns="0" rIns="0" bIns="0" rtlCol="0" anchor="ctr"/>
          <a:lstStyle/>
          <a:p>
            <a:r>
              <a:rPr lang="en-US" sz="1000" b="1" dirty="0">
                <a:solidFill>
                  <a:srgbClr val="1E2761"/>
                </a:solidFill>
                <a:latin typeface="Calibri" pitchFamily="34" charset="0"/>
                <a:ea typeface="Calibri" pitchFamily="34" charset="-122"/>
                <a:cs typeface="Calibri" pitchFamily="34" charset="-120"/>
              </a:rPr>
              <a:t>FDLC · Feature Development</a:t>
            </a:r>
            <a:r>
              <a:rPr lang="en-US" sz="800" i="1" dirty="0">
                <a:solidFill>
                  <a:srgbClr val="64748B"/>
                </a:solidFill>
                <a:latin typeface="Calibri" pitchFamily="34" charset="0"/>
                <a:ea typeface="Calibri" pitchFamily="34" charset="-122"/>
                <a:cs typeface="Calibri" pitchFamily="34" charset="-120"/>
              </a:rPr>
              <a:t>   SA + SDE ↔ SWE ↔ SQA ↔ CR </a:t>
            </a:r>
          </a:p>
          <a:p>
            <a:r>
              <a:rPr lang="en-US" sz="800" i="1" dirty="0">
                <a:solidFill>
                  <a:srgbClr val="64748B"/>
                </a:solidFill>
                <a:latin typeface="Calibri" pitchFamily="34" charset="0"/>
                <a:ea typeface="Calibri" pitchFamily="34" charset="-122"/>
                <a:cs typeface="Calibri" pitchFamily="34" charset="-120"/>
              </a:rPr>
              <a:t>DW ↔ BC</a:t>
            </a:r>
            <a:endParaRPr lang="en-US" sz="800" dirty="0"/>
          </a:p>
          <a:p>
            <a:pPr marL="0" indent="0" algn="l">
              <a:buNone/>
            </a:pPr>
            <a:r>
              <a:rPr lang="en-US" sz="850" dirty="0">
                <a:solidFill>
                  <a:srgbClr val="334155"/>
                </a:solidFill>
                <a:latin typeface="Calibri" pitchFamily="34" charset="0"/>
                <a:ea typeface="Calibri" pitchFamily="34" charset="-122"/>
                <a:cs typeface="Calibri" pitchFamily="34" charset="-120"/>
              </a:rPr>
              <a:t>The build loop on the previous slide — the one lifecycle where code lands.</a:t>
            </a:r>
            <a:endParaRPr lang="en-US" sz="850" dirty="0"/>
          </a:p>
        </p:txBody>
      </p:sp>
      <p:sp>
        <p:nvSpPr>
          <p:cNvPr id="19" name="Card 5"/>
          <p:cNvSpPr/>
          <p:nvPr/>
        </p:nvSpPr>
        <p:spPr>
          <a:xfrm>
            <a:off x="4663440" y="9144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20" name="Badge 5"/>
          <p:cNvSpPr/>
          <p:nvPr/>
        </p:nvSpPr>
        <p:spPr>
          <a:xfrm>
            <a:off x="4800600" y="1151890"/>
            <a:ext cx="274320" cy="274320"/>
          </a:xfrm>
          <a:prstGeom prst="ellipse">
            <a:avLst/>
          </a:prstGeom>
          <a:solidFill>
            <a:srgbClr val="1E2761"/>
          </a:solidFill>
          <a:ln/>
        </p:spPr>
        <p:txBody>
          <a:bodyPr/>
          <a:lstStyle/>
          <a:p>
            <a:endParaRPr lang="en-US"/>
          </a:p>
        </p:txBody>
      </p:sp>
      <p:sp>
        <p:nvSpPr>
          <p:cNvPr id="21" name="BadgeText 5"/>
          <p:cNvSpPr/>
          <p:nvPr/>
        </p:nvSpPr>
        <p:spPr>
          <a:xfrm>
            <a:off x="4800600" y="11518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Body 5"/>
          <p:cNvSpPr/>
          <p:nvPr/>
        </p:nvSpPr>
        <p:spPr>
          <a:xfrm>
            <a:off x="5212080" y="974400"/>
            <a:ext cx="3337560" cy="629300"/>
          </a:xfrm>
          <a:prstGeom prst="rect">
            <a:avLst/>
          </a:prstGeom>
          <a:noFill/>
          <a:ln/>
        </p:spPr>
        <p:txBody>
          <a:bodyPr wrap="square" lIns="0" tIns="0" rIns="0" bIns="0" rtlCol="0" anchor="ctr"/>
          <a:lstStyle/>
          <a:p>
            <a:r>
              <a:rPr lang="en-US" sz="1000" b="1" dirty="0">
                <a:solidFill>
                  <a:srgbClr val="1E2761"/>
                </a:solidFill>
                <a:latin typeface="Calibri" pitchFamily="34" charset="0"/>
                <a:ea typeface="Calibri" pitchFamily="34" charset="-122"/>
                <a:cs typeface="Calibri" pitchFamily="34" charset="-120"/>
              </a:rPr>
              <a:t>BFLC · Bug Fixing</a:t>
            </a:r>
            <a:r>
              <a:rPr lang="en-US" sz="800" i="1" dirty="0">
                <a:solidFill>
                  <a:srgbClr val="64748B"/>
                </a:solidFill>
                <a:latin typeface="Calibri" pitchFamily="34" charset="0"/>
                <a:ea typeface="Calibri" pitchFamily="34" charset="-122"/>
                <a:cs typeface="Calibri" pitchFamily="34" charset="-120"/>
              </a:rPr>
              <a:t>   SA ↔ SDE ↔ SWE ↔ SQA ↔ CR </a:t>
            </a:r>
            <a:r>
              <a:rPr lang="en-US" sz="800" i="1" dirty="0">
                <a:latin typeface="+mj-lt"/>
              </a:rPr>
              <a:t> ↔ RA</a:t>
            </a:r>
            <a:endParaRPr lang="en-US" sz="800" i="1" dirty="0">
              <a:solidFill>
                <a:srgbClr val="64748B"/>
              </a:solidFill>
              <a:latin typeface="+mj-lt"/>
              <a:ea typeface="Calibri" pitchFamily="34" charset="-122"/>
              <a:cs typeface="Calibri" pitchFamily="34" charset="-120"/>
            </a:endParaRPr>
          </a:p>
          <a:p>
            <a:r>
              <a:rPr lang="en-US" sz="800" i="1" dirty="0"/>
              <a:t>DW ↔ BC</a:t>
            </a:r>
            <a:endParaRPr lang="en-US" sz="1000" dirty="0"/>
          </a:p>
          <a:p>
            <a:pPr marL="0" indent="0" algn="l">
              <a:buNone/>
            </a:pPr>
            <a:r>
              <a:rPr lang="en-US" sz="850" dirty="0">
                <a:solidFill>
                  <a:srgbClr val="334155"/>
                </a:solidFill>
                <a:latin typeface="Calibri" pitchFamily="34" charset="0"/>
                <a:ea typeface="Calibri" pitchFamily="34" charset="-122"/>
                <a:cs typeface="Calibri" pitchFamily="34" charset="-120"/>
              </a:rPr>
              <a:t>Root cause first, minimal fix, a regression test that fails before it passes.</a:t>
            </a:r>
            <a:endParaRPr lang="en-US" sz="850" dirty="0"/>
          </a:p>
        </p:txBody>
      </p:sp>
      <p:sp>
        <p:nvSpPr>
          <p:cNvPr id="23" name="Card 6"/>
          <p:cNvSpPr/>
          <p:nvPr/>
        </p:nvSpPr>
        <p:spPr>
          <a:xfrm>
            <a:off x="4663440" y="17907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24" name="Badge 6"/>
          <p:cNvSpPr/>
          <p:nvPr/>
        </p:nvSpPr>
        <p:spPr>
          <a:xfrm>
            <a:off x="4800600" y="2028190"/>
            <a:ext cx="274320" cy="274320"/>
          </a:xfrm>
          <a:prstGeom prst="ellipse">
            <a:avLst/>
          </a:prstGeom>
          <a:solidFill>
            <a:srgbClr val="1E2761"/>
          </a:solidFill>
          <a:ln/>
        </p:spPr>
        <p:txBody>
          <a:bodyPr/>
          <a:lstStyle/>
          <a:p>
            <a:endParaRPr lang="en-US"/>
          </a:p>
        </p:txBody>
      </p:sp>
      <p:sp>
        <p:nvSpPr>
          <p:cNvPr id="25" name="BadgeText 6"/>
          <p:cNvSpPr/>
          <p:nvPr/>
        </p:nvSpPr>
        <p:spPr>
          <a:xfrm>
            <a:off x="4800600" y="20281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6" name="Body 6"/>
          <p:cNvSpPr/>
          <p:nvPr/>
        </p:nvSpPr>
        <p:spPr>
          <a:xfrm>
            <a:off x="5212080" y="1850700"/>
            <a:ext cx="3337560" cy="629300"/>
          </a:xfrm>
          <a:prstGeom prst="rect">
            <a:avLst/>
          </a:prstGeom>
          <a:noFill/>
          <a:ln/>
        </p:spPr>
        <p:txBody>
          <a:bodyPr wrap="square" lIns="0" tIns="0" rIns="0" bIns="0" rtlCol="0" anchor="ctr"/>
          <a:lstStyle/>
          <a:p>
            <a:r>
              <a:rPr lang="en-US" sz="1000" b="1" dirty="0">
                <a:solidFill>
                  <a:srgbClr val="1E2761"/>
                </a:solidFill>
                <a:latin typeface="Calibri" pitchFamily="34" charset="0"/>
                <a:ea typeface="Calibri" pitchFamily="34" charset="-122"/>
                <a:cs typeface="Calibri" pitchFamily="34" charset="-120"/>
              </a:rPr>
              <a:t>RLC · Refactoring</a:t>
            </a:r>
            <a:r>
              <a:rPr lang="en-US" sz="800" i="1" dirty="0">
                <a:solidFill>
                  <a:srgbClr val="64748B"/>
                </a:solidFill>
                <a:latin typeface="Calibri" pitchFamily="34" charset="0"/>
                <a:ea typeface="Calibri" pitchFamily="34" charset="-122"/>
                <a:cs typeface="Calibri" pitchFamily="34" charset="-120"/>
              </a:rPr>
              <a:t>   SA ↔ SDE ↔ SWE ↔ SQA ↔ </a:t>
            </a:r>
            <a:r>
              <a:rPr lang="en-US" sz="800" i="1" dirty="0">
                <a:solidFill>
                  <a:srgbClr val="64748B"/>
                </a:solidFill>
                <a:latin typeface="+mj-lt"/>
                <a:ea typeface="Calibri" pitchFamily="34" charset="-122"/>
                <a:cs typeface="Calibri" pitchFamily="34" charset="-120"/>
              </a:rPr>
              <a:t>CR</a:t>
            </a:r>
            <a:r>
              <a:rPr lang="en-US" sz="800" i="1" dirty="0">
                <a:latin typeface="+mj-lt"/>
              </a:rPr>
              <a:t> ↔ RA</a:t>
            </a:r>
            <a:endParaRPr lang="en-US" sz="800" dirty="0">
              <a:latin typeface="+mj-lt"/>
            </a:endParaRPr>
          </a:p>
          <a:p>
            <a:pPr marL="0" indent="0" algn="l">
              <a:buNone/>
            </a:pPr>
            <a:r>
              <a:rPr lang="en-US" sz="850" dirty="0">
                <a:solidFill>
                  <a:srgbClr val="334155"/>
                </a:solidFill>
                <a:latin typeface="Calibri" pitchFamily="34" charset="0"/>
                <a:ea typeface="Calibri" pitchFamily="34" charset="-122"/>
                <a:cs typeface="Calibri" pitchFamily="34" charset="-120"/>
              </a:rPr>
              <a:t>Structure changes, behaviour does not — mutation score must not regress.</a:t>
            </a:r>
            <a:endParaRPr lang="en-US" sz="850" dirty="0"/>
          </a:p>
        </p:txBody>
      </p:sp>
      <p:sp>
        <p:nvSpPr>
          <p:cNvPr id="27" name="Card 7"/>
          <p:cNvSpPr/>
          <p:nvPr/>
        </p:nvSpPr>
        <p:spPr>
          <a:xfrm>
            <a:off x="4663440" y="26670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28" name="Badge 7"/>
          <p:cNvSpPr/>
          <p:nvPr/>
        </p:nvSpPr>
        <p:spPr>
          <a:xfrm>
            <a:off x="4800600" y="2904490"/>
            <a:ext cx="274320" cy="274320"/>
          </a:xfrm>
          <a:prstGeom prst="ellipse">
            <a:avLst/>
          </a:prstGeom>
          <a:solidFill>
            <a:srgbClr val="1E2761"/>
          </a:solidFill>
          <a:ln/>
        </p:spPr>
        <p:txBody>
          <a:bodyPr/>
          <a:lstStyle/>
          <a:p>
            <a:endParaRPr lang="en-US"/>
          </a:p>
        </p:txBody>
      </p:sp>
      <p:sp>
        <p:nvSpPr>
          <p:cNvPr id="29" name="BadgeText 7"/>
          <p:cNvSpPr/>
          <p:nvPr/>
        </p:nvSpPr>
        <p:spPr>
          <a:xfrm>
            <a:off x="4800600" y="29044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0" name="Body 7"/>
          <p:cNvSpPr/>
          <p:nvPr/>
        </p:nvSpPr>
        <p:spPr>
          <a:xfrm>
            <a:off x="5212080" y="2727000"/>
            <a:ext cx="3337560" cy="629300"/>
          </a:xfrm>
          <a:prstGeom prst="rect">
            <a:avLst/>
          </a:prstGeom>
          <a:noFill/>
          <a:ln/>
        </p:spPr>
        <p:txBody>
          <a:bodyPr wrap="square" lIns="0" tIns="0" rIns="0" bIns="0" rtlCol="0" anchor="ctr"/>
          <a:lstStyle/>
          <a:p>
            <a:r>
              <a:rPr lang="en-US" sz="1000" b="1" dirty="0">
                <a:solidFill>
                  <a:srgbClr val="1E2761"/>
                </a:solidFill>
                <a:latin typeface="Calibri" pitchFamily="34" charset="0"/>
                <a:ea typeface="Calibri" pitchFamily="34" charset="-122"/>
                <a:cs typeface="Calibri" pitchFamily="34" charset="-120"/>
              </a:rPr>
              <a:t>TLC · Testing</a:t>
            </a:r>
            <a:r>
              <a:rPr lang="en-US" sz="800" i="1" dirty="0">
                <a:solidFill>
                  <a:srgbClr val="64748B"/>
                </a:solidFill>
                <a:latin typeface="Calibri" pitchFamily="34" charset="0"/>
                <a:ea typeface="Calibri" pitchFamily="34" charset="-122"/>
                <a:cs typeface="Calibri" pitchFamily="34" charset="-120"/>
              </a:rPr>
              <a:t>   PO ↔ SA </a:t>
            </a:r>
            <a:r>
              <a:rPr lang="en-US" sz="800" i="1" dirty="0">
                <a:latin typeface="+mj-lt"/>
              </a:rPr>
              <a:t> ↔ </a:t>
            </a:r>
            <a:r>
              <a:rPr lang="en-US" sz="800" i="1" dirty="0">
                <a:solidFill>
                  <a:srgbClr val="64748B"/>
                </a:solidFill>
                <a:latin typeface="Calibri" pitchFamily="34" charset="0"/>
                <a:ea typeface="Calibri" pitchFamily="34" charset="-122"/>
                <a:cs typeface="Calibri" pitchFamily="34" charset="-120"/>
              </a:rPr>
              <a:t> SDE ↔ SWE ↔ SQA ↔ CR</a:t>
            </a:r>
          </a:p>
          <a:p>
            <a:r>
              <a:rPr lang="en-US" sz="800" i="1" dirty="0"/>
              <a:t>DW ↔ BC</a:t>
            </a:r>
            <a:endParaRPr lang="en-US" sz="800" dirty="0"/>
          </a:p>
          <a:p>
            <a:pPr marL="0" indent="0" algn="l">
              <a:buNone/>
            </a:pPr>
            <a:r>
              <a:rPr lang="en-US" sz="850" dirty="0">
                <a:solidFill>
                  <a:srgbClr val="334155"/>
                </a:solidFill>
                <a:latin typeface="Calibri" pitchFamily="34" charset="0"/>
                <a:ea typeface="Calibri" pitchFamily="34" charset="-122"/>
                <a:cs typeface="Calibri" pitchFamily="34" charset="-120"/>
              </a:rPr>
              <a:t>Coverage, AC traceability and mutation hardening on code that already exists.</a:t>
            </a:r>
            <a:endParaRPr lang="en-US" sz="850" dirty="0"/>
          </a:p>
        </p:txBody>
      </p:sp>
      <p:sp>
        <p:nvSpPr>
          <p:cNvPr id="31" name="Card 8"/>
          <p:cNvSpPr/>
          <p:nvPr/>
        </p:nvSpPr>
        <p:spPr>
          <a:xfrm>
            <a:off x="4663440" y="3543300"/>
            <a:ext cx="4023360" cy="749300"/>
          </a:xfrm>
          <a:prstGeom prst="roundRect">
            <a:avLst>
              <a:gd name="adj" fmla="val 6364"/>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32" name="Badge 8"/>
          <p:cNvSpPr/>
          <p:nvPr/>
        </p:nvSpPr>
        <p:spPr>
          <a:xfrm>
            <a:off x="4800600" y="3780790"/>
            <a:ext cx="274320" cy="274320"/>
          </a:xfrm>
          <a:prstGeom prst="ellipse">
            <a:avLst/>
          </a:prstGeom>
          <a:solidFill>
            <a:srgbClr val="1E2761"/>
          </a:solidFill>
          <a:ln/>
        </p:spPr>
        <p:txBody>
          <a:bodyPr/>
          <a:lstStyle/>
          <a:p>
            <a:endParaRPr lang="en-US"/>
          </a:p>
        </p:txBody>
      </p:sp>
      <p:sp>
        <p:nvSpPr>
          <p:cNvPr id="33" name="BadgeText 8"/>
          <p:cNvSpPr/>
          <p:nvPr/>
        </p:nvSpPr>
        <p:spPr>
          <a:xfrm>
            <a:off x="4800600" y="378079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4" name="Body 8"/>
          <p:cNvSpPr/>
          <p:nvPr/>
        </p:nvSpPr>
        <p:spPr>
          <a:xfrm>
            <a:off x="5212080" y="3603300"/>
            <a:ext cx="3337560" cy="629300"/>
          </a:xfrm>
          <a:prstGeom prst="rect">
            <a:avLst/>
          </a:prstGeom>
          <a:noFill/>
          <a:ln/>
        </p:spPr>
        <p:txBody>
          <a:bodyPr wrap="square" lIns="0" tIns="0" rIns="0" bIns="0" rtlCol="0" anchor="ctr"/>
          <a:lstStyle/>
          <a:p>
            <a:pPr marL="0" indent="0" algn="l">
              <a:buNone/>
            </a:pPr>
            <a:r>
              <a:rPr lang="en-US" sz="1000" b="1" dirty="0">
                <a:solidFill>
                  <a:srgbClr val="1E2761"/>
                </a:solidFill>
                <a:latin typeface="Calibri" pitchFamily="34" charset="0"/>
                <a:ea typeface="Calibri" pitchFamily="34" charset="-122"/>
                <a:cs typeface="Calibri" pitchFamily="34" charset="-120"/>
              </a:rPr>
              <a:t>CRLC · Code Review</a:t>
            </a:r>
            <a:r>
              <a:rPr lang="en-US" sz="800" i="1" dirty="0">
                <a:solidFill>
                  <a:srgbClr val="64748B"/>
                </a:solidFill>
                <a:latin typeface="Calibri" pitchFamily="34" charset="0"/>
                <a:ea typeface="Calibri" pitchFamily="34" charset="-122"/>
                <a:cs typeface="Calibri" pitchFamily="34" charset="-120"/>
              </a:rPr>
              <a:t>   PO ↔ CR ↔ SWE ↔ SQA</a:t>
            </a:r>
            <a:endParaRPr lang="en-US" sz="1000" dirty="0"/>
          </a:p>
          <a:p>
            <a:pPr marL="0" indent="0" algn="l">
              <a:buNone/>
            </a:pPr>
            <a:r>
              <a:rPr lang="en-US" sz="850" dirty="0">
                <a:solidFill>
                  <a:srgbClr val="334155"/>
                </a:solidFill>
                <a:latin typeface="Calibri" pitchFamily="34" charset="0"/>
                <a:ea typeface="Calibri" pitchFamily="34" charset="-122"/>
                <a:cs typeface="Calibri" pitchFamily="34" charset="-120"/>
              </a:rPr>
              <a:t>Drives an open change to merge-ready; the reviewer approves only at zero Blockers.</a:t>
            </a:r>
            <a:endParaRPr lang="en-US" sz="850" dirty="0"/>
          </a:p>
        </p:txBody>
      </p:sp>
      <p:sp>
        <p:nvSpPr>
          <p:cNvPr id="35" name="Footer Bar"/>
          <p:cNvSpPr/>
          <p:nvPr/>
        </p:nvSpPr>
        <p:spPr>
          <a:xfrm>
            <a:off x="457200" y="4434840"/>
            <a:ext cx="8229600" cy="502920"/>
          </a:xfrm>
          <a:prstGeom prst="roundRect">
            <a:avLst>
              <a:gd name="adj" fmla="val 14545"/>
            </a:avLst>
          </a:prstGeom>
          <a:solidFill>
            <a:srgbClr val="1E2761"/>
          </a:solidFill>
          <a:ln/>
        </p:spPr>
        <p:txBody>
          <a:bodyPr/>
          <a:lstStyle/>
          <a:p>
            <a:endParaRPr lang="en-US"/>
          </a:p>
        </p:txBody>
      </p:sp>
      <p:sp>
        <p:nvSpPr>
          <p:cNvPr id="36" name="Footer Text"/>
          <p:cNvSpPr/>
          <p:nvPr/>
        </p:nvSpPr>
        <p:spPr>
          <a:xfrm>
            <a:off x="640080" y="4434840"/>
            <a:ext cx="7863840" cy="502920"/>
          </a:xfrm>
          <a:prstGeom prst="rect">
            <a:avLst/>
          </a:prstGeom>
          <a:noFill/>
          <a:ln/>
        </p:spPr>
        <p:txBody>
          <a:bodyPr wrap="square" lIns="0" tIns="0" rIns="0" bIns="0" rtlCol="0" anchor="ctr"/>
          <a:lstStyle/>
          <a:p>
            <a:pPr marL="0" indent="0" algn="ctr">
              <a:buNone/>
            </a:pPr>
            <a:r>
              <a:rPr lang="en-US" sz="1050" b="1" dirty="0">
                <a:solidFill>
                  <a:srgbClr val="2EC4B6"/>
                </a:solidFill>
                <a:latin typeface="Calibri" pitchFamily="34" charset="0"/>
                <a:ea typeface="Calibri" pitchFamily="34" charset="-122"/>
                <a:cs typeface="Calibri" pitchFamily="34" charset="-120"/>
              </a:rPr>
              <a:t>Routing layer:  </a:t>
            </a:r>
            <a:r>
              <a:rPr lang="en-US" sz="1050" dirty="0">
                <a:solidFill>
                  <a:srgbClr val="FFFFFF"/>
                </a:solidFill>
                <a:latin typeface="Calibri" pitchFamily="34" charset="0"/>
                <a:ea typeface="Calibri" pitchFamily="34" charset="-122"/>
                <a:cs typeface="Calibri" pitchFamily="34" charset="-120"/>
              </a:rPr>
              <a:t>request-routing picks the lifecycle from ai-dlc, the agents and the mode · agent-invocation spawns · handoff carries the artifact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Skills: Reusable Playbooks, Not One-Off Prompts</a:t>
            </a:r>
            <a:endParaRPr lang="en-US" sz="3000" dirty="0"/>
          </a:p>
        </p:txBody>
      </p:sp>
      <p:sp>
        <p:nvSpPr>
          <p:cNvPr id="3" name="Text 1"/>
          <p:cNvSpPr/>
          <p:nvPr/>
        </p:nvSpPr>
        <p:spPr>
          <a:xfrm>
            <a:off x="457200" y="1143000"/>
            <a:ext cx="2103120" cy="1005840"/>
          </a:xfrm>
          <a:prstGeom prst="rect">
            <a:avLst/>
          </a:prstGeom>
          <a:noFill/>
          <a:ln/>
        </p:spPr>
        <p:txBody>
          <a:bodyPr wrap="square" lIns="0" tIns="0" rIns="0" bIns="0" rtlCol="0" anchor="ctr"/>
          <a:lstStyle/>
          <a:p>
            <a:pPr marL="0" indent="0" algn="l">
              <a:buNone/>
            </a:pPr>
            <a:r>
              <a:rPr lang="en-US" sz="7200" b="1" dirty="0">
                <a:solidFill>
                  <a:srgbClr val="1E2761"/>
                </a:solidFill>
                <a:latin typeface="Cambria" pitchFamily="34" charset="0"/>
                <a:ea typeface="Cambria" pitchFamily="34" charset="-122"/>
                <a:cs typeface="Cambria" pitchFamily="34" charset="-120"/>
              </a:rPr>
              <a:t>47</a:t>
            </a:r>
            <a:endParaRPr lang="en-US" sz="7200" dirty="0"/>
          </a:p>
        </p:txBody>
      </p:sp>
      <p:sp>
        <p:nvSpPr>
          <p:cNvPr id="4" name="Text 2"/>
          <p:cNvSpPr/>
          <p:nvPr/>
        </p:nvSpPr>
        <p:spPr>
          <a:xfrm>
            <a:off x="457200" y="2286000"/>
            <a:ext cx="2148840" cy="1828800"/>
          </a:xfrm>
          <a:prstGeom prst="rect">
            <a:avLst/>
          </a:prstGeom>
          <a:noFill/>
          <a:ln/>
        </p:spPr>
        <p:txBody>
          <a:bodyPr wrap="square" lIns="0" tIns="0" rIns="0" bIns="0" rtlCol="0" anchor="t"/>
          <a:lstStyle/>
          <a:p>
            <a:pPr marL="0" indent="0" algn="l">
              <a:buNone/>
            </a:pPr>
            <a:r>
              <a:rPr lang="en-US" sz="1000" dirty="0">
                <a:solidFill>
                  <a:srgbClr val="334155"/>
                </a:solidFill>
                <a:latin typeface="Calibri" pitchFamily="34" charset="0"/>
                <a:ea typeface="Calibri" pitchFamily="34" charset="-122"/>
                <a:cs typeface="Calibri" pitchFamily="34" charset="-120"/>
              </a:rPr>
              <a:t>version-controlled skills — step-by-step procedures an agent loads on demand, reviewed and improved like code.</a:t>
            </a:r>
            <a:endParaRPr lang="en-US" sz="1000" dirty="0"/>
          </a:p>
          <a:p>
            <a:pPr marL="0" indent="0" algn="l">
              <a:spcBef>
                <a:spcPts val="600"/>
              </a:spcBef>
              <a:buNone/>
            </a:pPr>
            <a:r>
              <a:rPr lang="en-US" sz="900" i="1" dirty="0">
                <a:solidFill>
                  <a:srgbClr val="64748B"/>
                </a:solidFill>
                <a:latin typeface="Calibri" pitchFamily="34" charset="0"/>
                <a:ea typeface="Calibri" pitchFamily="34" charset="-122"/>
                <a:cs typeface="Calibri" pitchFamily="34" charset="-120"/>
              </a:rPr>
              <a:t>Each one also runs by name as a slash command: /ai-dlc:&lt;skill&gt;.</a:t>
            </a:r>
            <a:endParaRPr lang="en-US" sz="900" dirty="0"/>
          </a:p>
        </p:txBody>
      </p:sp>
      <p:sp>
        <p:nvSpPr>
          <p:cNvPr id="5" name="Shape 3"/>
          <p:cNvSpPr/>
          <p:nvPr/>
        </p:nvSpPr>
        <p:spPr>
          <a:xfrm>
            <a:off x="2880360" y="1097280"/>
            <a:ext cx="2999232" cy="1243584"/>
          </a:xfrm>
          <a:prstGeom prst="roundRect">
            <a:avLst>
              <a:gd name="adj" fmla="val 516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6" name="Shape 4"/>
          <p:cNvSpPr/>
          <p:nvPr/>
        </p:nvSpPr>
        <p:spPr>
          <a:xfrm>
            <a:off x="3063240" y="1216152"/>
            <a:ext cx="457200" cy="457200"/>
          </a:xfrm>
          <a:prstGeom prst="ellipse">
            <a:avLst/>
          </a:prstGeom>
          <a:solidFill>
            <a:srgbClr val="1E276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3182112" y="1335024"/>
            <a:ext cx="219456" cy="219456"/>
          </a:xfrm>
          <a:prstGeom prst="rect">
            <a:avLst/>
          </a:prstGeom>
        </p:spPr>
      </p:pic>
      <p:sp>
        <p:nvSpPr>
          <p:cNvPr id="8" name="Text 5"/>
          <p:cNvSpPr/>
          <p:nvPr/>
        </p:nvSpPr>
        <p:spPr>
          <a:xfrm>
            <a:off x="3657600" y="1239012"/>
            <a:ext cx="2039112" cy="411480"/>
          </a:xfrm>
          <a:prstGeom prst="rect">
            <a:avLst/>
          </a:prstGeom>
          <a:noFill/>
          <a:ln/>
        </p:spPr>
        <p:txBody>
          <a:bodyPr wrap="square" lIns="0" tIns="0" rIns="0" bIns="0" rtlCol="0" anchor="ctr"/>
          <a:lstStyle/>
          <a:p>
            <a:pPr marL="0" indent="0" algn="l">
              <a:buNone/>
            </a:pPr>
            <a:r>
              <a:rPr lang="en-US" sz="1400" b="1" dirty="0">
                <a:solidFill>
                  <a:srgbClr val="1E2761"/>
                </a:solidFill>
                <a:latin typeface="Calibri" pitchFamily="34" charset="0"/>
                <a:ea typeface="Calibri" pitchFamily="34" charset="-122"/>
                <a:cs typeface="Calibri" pitchFamily="34" charset="-120"/>
              </a:rPr>
              <a:t>Lifecycle</a:t>
            </a:r>
            <a:endParaRPr lang="en-US" sz="1400" dirty="0"/>
          </a:p>
        </p:txBody>
      </p:sp>
      <p:sp>
        <p:nvSpPr>
          <p:cNvPr id="9" name="Text 6"/>
          <p:cNvSpPr/>
          <p:nvPr/>
        </p:nvSpPr>
        <p:spPr>
          <a:xfrm>
            <a:off x="3108960" y="1682496"/>
            <a:ext cx="2542032" cy="603504"/>
          </a:xfrm>
          <a:prstGeom prst="rect">
            <a:avLst/>
          </a:prstGeom>
          <a:noFill/>
          <a:ln/>
        </p:spPr>
        <p:txBody>
          <a:bodyPr wrap="square" lIns="0" tIns="0" rIns="0" bIns="0" rtlCol="0" anchor="t"/>
          <a:lstStyle/>
          <a:p>
            <a:pPr marL="0" indent="0" algn="l">
              <a:buNone/>
            </a:pPr>
            <a:r>
              <a:rPr lang="en-US" sz="900" dirty="0">
                <a:solidFill>
                  <a:srgbClr val="334155"/>
                </a:solidFill>
                <a:latin typeface="Calibri" pitchFamily="34" charset="0"/>
                <a:ea typeface="Calibri" pitchFamily="34" charset="-122"/>
                <a:cs typeface="Calibri" pitchFamily="34" charset="-120"/>
              </a:rPr>
              <a:t>request‑routing · task‑triage · requirement‑analysis · architecture‑design · system‑design · spec‑driven‑development · implement‑feature · fix‑bug</a:t>
            </a:r>
            <a:endParaRPr lang="en-US" sz="900" dirty="0"/>
          </a:p>
        </p:txBody>
      </p:sp>
      <p:sp>
        <p:nvSpPr>
          <p:cNvPr id="10" name="Shape 7"/>
          <p:cNvSpPr/>
          <p:nvPr/>
        </p:nvSpPr>
        <p:spPr>
          <a:xfrm>
            <a:off x="6035040" y="1097280"/>
            <a:ext cx="2999232" cy="1243584"/>
          </a:xfrm>
          <a:prstGeom prst="roundRect">
            <a:avLst>
              <a:gd name="adj" fmla="val 516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1" name="Shape 8"/>
          <p:cNvSpPr/>
          <p:nvPr/>
        </p:nvSpPr>
        <p:spPr>
          <a:xfrm>
            <a:off x="6217920" y="1216152"/>
            <a:ext cx="457200" cy="457200"/>
          </a:xfrm>
          <a:prstGeom prst="ellipse">
            <a:avLst/>
          </a:prstGeom>
          <a:solidFill>
            <a:srgbClr val="1E276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336792" y="1335024"/>
            <a:ext cx="219456" cy="219456"/>
          </a:xfrm>
          <a:prstGeom prst="rect">
            <a:avLst/>
          </a:prstGeom>
        </p:spPr>
      </p:pic>
      <p:sp>
        <p:nvSpPr>
          <p:cNvPr id="13" name="Text 9"/>
          <p:cNvSpPr/>
          <p:nvPr/>
        </p:nvSpPr>
        <p:spPr>
          <a:xfrm>
            <a:off x="6812280" y="1239012"/>
            <a:ext cx="2039112" cy="411480"/>
          </a:xfrm>
          <a:prstGeom prst="rect">
            <a:avLst/>
          </a:prstGeom>
          <a:noFill/>
          <a:ln/>
        </p:spPr>
        <p:txBody>
          <a:bodyPr wrap="square" lIns="0" tIns="0" rIns="0" bIns="0" rtlCol="0" anchor="ctr"/>
          <a:lstStyle/>
          <a:p>
            <a:pPr marL="0" indent="0" algn="l">
              <a:buNone/>
            </a:pPr>
            <a:r>
              <a:rPr lang="en-US" sz="1400" b="1" dirty="0">
                <a:solidFill>
                  <a:srgbClr val="1E2761"/>
                </a:solidFill>
                <a:latin typeface="Calibri" pitchFamily="34" charset="0"/>
                <a:ea typeface="Calibri" pitchFamily="34" charset="-122"/>
                <a:cs typeface="Calibri" pitchFamily="34" charset="-120"/>
              </a:rPr>
              <a:t>Quality</a:t>
            </a:r>
            <a:endParaRPr lang="en-US" sz="1400" dirty="0"/>
          </a:p>
        </p:txBody>
      </p:sp>
      <p:sp>
        <p:nvSpPr>
          <p:cNvPr id="14" name="Text 10"/>
          <p:cNvSpPr/>
          <p:nvPr/>
        </p:nvSpPr>
        <p:spPr>
          <a:xfrm>
            <a:off x="6263640" y="1682496"/>
            <a:ext cx="2542032" cy="603504"/>
          </a:xfrm>
          <a:prstGeom prst="rect">
            <a:avLst/>
          </a:prstGeom>
          <a:noFill/>
          <a:ln/>
        </p:spPr>
        <p:txBody>
          <a:bodyPr wrap="square" lIns="0" tIns="0" rIns="0" bIns="0" rtlCol="0" anchor="t"/>
          <a:lstStyle/>
          <a:p>
            <a:pPr marL="0" indent="0" algn="l">
              <a:buNone/>
            </a:pPr>
            <a:r>
              <a:rPr lang="en-US" sz="900" dirty="0">
                <a:solidFill>
                  <a:srgbClr val="334155"/>
                </a:solidFill>
                <a:latin typeface="Calibri" pitchFamily="34" charset="0"/>
                <a:ea typeface="Calibri" pitchFamily="34" charset="-122"/>
                <a:cs typeface="Calibri" pitchFamily="34" charset="-120"/>
              </a:rPr>
              <a:t>design‑test‑cases · write‑tests · unit / integration / architecture · csharp‑mutation‑testing · review · security‑review · k6</a:t>
            </a:r>
            <a:endParaRPr lang="en-US" sz="900" dirty="0"/>
          </a:p>
        </p:txBody>
      </p:sp>
      <p:sp>
        <p:nvSpPr>
          <p:cNvPr id="15" name="Shape 11"/>
          <p:cNvSpPr/>
          <p:nvPr/>
        </p:nvSpPr>
        <p:spPr>
          <a:xfrm>
            <a:off x="2880360" y="2450592"/>
            <a:ext cx="2999232" cy="1243584"/>
          </a:xfrm>
          <a:prstGeom prst="roundRect">
            <a:avLst>
              <a:gd name="adj" fmla="val 516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16" name="Shape 12"/>
          <p:cNvSpPr/>
          <p:nvPr/>
        </p:nvSpPr>
        <p:spPr>
          <a:xfrm>
            <a:off x="3063240" y="2569464"/>
            <a:ext cx="457200" cy="457200"/>
          </a:xfrm>
          <a:prstGeom prst="ellipse">
            <a:avLst/>
          </a:prstGeom>
          <a:solidFill>
            <a:srgbClr val="1E2761"/>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3182112" y="2688336"/>
            <a:ext cx="219456" cy="219456"/>
          </a:xfrm>
          <a:prstGeom prst="rect">
            <a:avLst/>
          </a:prstGeom>
        </p:spPr>
      </p:pic>
      <p:sp>
        <p:nvSpPr>
          <p:cNvPr id="18" name="Text 13"/>
          <p:cNvSpPr/>
          <p:nvPr/>
        </p:nvSpPr>
        <p:spPr>
          <a:xfrm>
            <a:off x="3657600" y="2592324"/>
            <a:ext cx="2039112" cy="411480"/>
          </a:xfrm>
          <a:prstGeom prst="rect">
            <a:avLst/>
          </a:prstGeom>
          <a:noFill/>
          <a:ln/>
        </p:spPr>
        <p:txBody>
          <a:bodyPr wrap="square" lIns="0" tIns="0" rIns="0" bIns="0" rtlCol="0" anchor="ctr"/>
          <a:lstStyle/>
          <a:p>
            <a:pPr marL="0" indent="0" algn="l">
              <a:buNone/>
            </a:pPr>
            <a:r>
              <a:rPr lang="en-US" sz="1400" b="1" dirty="0">
                <a:solidFill>
                  <a:srgbClr val="1E2761"/>
                </a:solidFill>
                <a:latin typeface="Calibri" pitchFamily="34" charset="0"/>
                <a:ea typeface="Calibri" pitchFamily="34" charset="-122"/>
                <a:cs typeface="Calibri" pitchFamily="34" charset="-120"/>
              </a:rPr>
              <a:t>Delivery</a:t>
            </a:r>
            <a:endParaRPr lang="en-US" sz="1400" dirty="0"/>
          </a:p>
        </p:txBody>
      </p:sp>
      <p:sp>
        <p:nvSpPr>
          <p:cNvPr id="19" name="Text 14"/>
          <p:cNvSpPr/>
          <p:nvPr/>
        </p:nvSpPr>
        <p:spPr>
          <a:xfrm>
            <a:off x="3108960" y="3035808"/>
            <a:ext cx="2542032" cy="603504"/>
          </a:xfrm>
          <a:prstGeom prst="rect">
            <a:avLst/>
          </a:prstGeom>
          <a:noFill/>
          <a:ln/>
        </p:spPr>
        <p:txBody>
          <a:bodyPr wrap="square" lIns="0" tIns="0" rIns="0" bIns="0" rtlCol="0" anchor="t"/>
          <a:lstStyle/>
          <a:p>
            <a:pPr marL="0" indent="0" algn="l">
              <a:buNone/>
            </a:pPr>
            <a:r>
              <a:rPr lang="en-US" sz="900" dirty="0">
                <a:solidFill>
                  <a:srgbClr val="334155"/>
                </a:solidFill>
                <a:latin typeface="Calibri" pitchFamily="34" charset="0"/>
                <a:ea typeface="Calibri" pitchFamily="34" charset="-122"/>
                <a:cs typeface="Calibri" pitchFamily="34" charset="-120"/>
              </a:rPr>
              <a:t>github‑ci‑automation · github‑cd‑automation · nuget‑package‑deployment · sonarqube‑pr‑quality‑gate</a:t>
            </a:r>
            <a:endParaRPr lang="en-US" sz="900" dirty="0"/>
          </a:p>
        </p:txBody>
      </p:sp>
      <p:sp>
        <p:nvSpPr>
          <p:cNvPr id="20" name="Shape 15"/>
          <p:cNvSpPr/>
          <p:nvPr/>
        </p:nvSpPr>
        <p:spPr>
          <a:xfrm>
            <a:off x="6035040" y="2450592"/>
            <a:ext cx="2999232" cy="1243584"/>
          </a:xfrm>
          <a:prstGeom prst="roundRect">
            <a:avLst>
              <a:gd name="adj" fmla="val 516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21" name="Shape 16"/>
          <p:cNvSpPr/>
          <p:nvPr/>
        </p:nvSpPr>
        <p:spPr>
          <a:xfrm>
            <a:off x="6217920" y="2569464"/>
            <a:ext cx="457200" cy="457200"/>
          </a:xfrm>
          <a:prstGeom prst="ellipse">
            <a:avLst/>
          </a:prstGeom>
          <a:solidFill>
            <a:srgbClr val="1E276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6336792" y="2688336"/>
            <a:ext cx="219456" cy="219456"/>
          </a:xfrm>
          <a:prstGeom prst="rect">
            <a:avLst/>
          </a:prstGeom>
        </p:spPr>
      </p:pic>
      <p:sp>
        <p:nvSpPr>
          <p:cNvPr id="23" name="Text 17"/>
          <p:cNvSpPr/>
          <p:nvPr/>
        </p:nvSpPr>
        <p:spPr>
          <a:xfrm>
            <a:off x="6812280" y="2592324"/>
            <a:ext cx="2039112" cy="411480"/>
          </a:xfrm>
          <a:prstGeom prst="rect">
            <a:avLst/>
          </a:prstGeom>
          <a:noFill/>
          <a:ln/>
        </p:spPr>
        <p:txBody>
          <a:bodyPr wrap="square" lIns="0" tIns="0" rIns="0" bIns="0" rtlCol="0" anchor="ctr"/>
          <a:lstStyle/>
          <a:p>
            <a:pPr marL="0" indent="0" algn="l">
              <a:buNone/>
            </a:pPr>
            <a:r>
              <a:rPr lang="en-US" sz="1400" b="1" dirty="0">
                <a:solidFill>
                  <a:srgbClr val="1E2761"/>
                </a:solidFill>
                <a:latin typeface="Calibri" pitchFamily="34" charset="0"/>
                <a:ea typeface="Calibri" pitchFamily="34" charset="-122"/>
                <a:cs typeface="Calibri" pitchFamily="34" charset="-120"/>
              </a:rPr>
              <a:t>Self-Management</a:t>
            </a:r>
            <a:endParaRPr lang="en-US" sz="1400" dirty="0"/>
          </a:p>
        </p:txBody>
      </p:sp>
      <p:sp>
        <p:nvSpPr>
          <p:cNvPr id="24" name="Text 18"/>
          <p:cNvSpPr/>
          <p:nvPr/>
        </p:nvSpPr>
        <p:spPr>
          <a:xfrm>
            <a:off x="6263640" y="3035808"/>
            <a:ext cx="2542032" cy="603504"/>
          </a:xfrm>
          <a:prstGeom prst="rect">
            <a:avLst/>
          </a:prstGeom>
          <a:noFill/>
          <a:ln/>
        </p:spPr>
        <p:txBody>
          <a:bodyPr wrap="square" lIns="0" tIns="0" rIns="0" bIns="0" rtlCol="0" anchor="t"/>
          <a:lstStyle/>
          <a:p>
            <a:pPr marL="0" indent="0" algn="l">
              <a:buNone/>
            </a:pPr>
            <a:r>
              <a:rPr lang="en-US" sz="900" dirty="0">
                <a:solidFill>
                  <a:srgbClr val="334155"/>
                </a:solidFill>
                <a:latin typeface="Calibri" pitchFamily="34" charset="0"/>
                <a:ea typeface="Calibri" pitchFamily="34" charset="-122"/>
                <a:cs typeface="Calibri" pitchFamily="34" charset="-120"/>
              </a:rPr>
              <a:t>agent‑ · skill‑ · command‑ · hook‑ · rules‑ · plugin‑management · manage‑memory · init with dotnet‑rules and dotnet‑test‑gate — the setup maintains itself</a:t>
            </a:r>
            <a:endParaRPr lang="en-US" sz="900" dirty="0"/>
          </a:p>
        </p:txBody>
      </p:sp>
      <p:sp>
        <p:nvSpPr>
          <p:cNvPr id="25" name="Text 19"/>
          <p:cNvSpPr/>
          <p:nvPr/>
        </p:nvSpPr>
        <p:spPr>
          <a:xfrm>
            <a:off x="457200" y="4434840"/>
            <a:ext cx="8229600" cy="320040"/>
          </a:xfrm>
          <a:prstGeom prst="rect">
            <a:avLst/>
          </a:prstGeom>
          <a:noFill/>
          <a:ln/>
        </p:spPr>
        <p:txBody>
          <a:bodyPr wrap="square" rtlCol="0" anchor="ctr"/>
          <a:lstStyle/>
          <a:p>
            <a:pPr marL="0" indent="0" algn="ctr">
              <a:buNone/>
            </a:pPr>
            <a:r>
              <a:rPr lang="en-US" sz="1350" i="1" dirty="0">
                <a:solidFill>
                  <a:srgbClr val="64748B"/>
                </a:solidFill>
                <a:latin typeface="Calibri" pitchFamily="34" charset="0"/>
                <a:ea typeface="Calibri" pitchFamily="34" charset="-122"/>
                <a:cs typeface="Calibri" pitchFamily="34" charset="-120"/>
              </a:rPr>
              <a:t>A good prompt helps once. A skill helps every teammate, every time.</a:t>
            </a:r>
            <a:endParaRPr lang="en-US" sz="1350" dirty="0"/>
          </a:p>
        </p:txBody>
      </p:sp>
      <p:sp>
        <p:nvSpPr>
          <p:cNvPr id="500" name="CommCard"/>
          <p:cNvSpPr/>
          <p:nvPr/>
        </p:nvSpPr>
        <p:spPr>
          <a:xfrm>
            <a:off x="2880360" y="3785616"/>
            <a:ext cx="6153912" cy="530352"/>
          </a:xfrm>
          <a:prstGeom prst="roundRect">
            <a:avLst>
              <a:gd name="adj" fmla="val 5161"/>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501" name="CommCircle"/>
          <p:cNvSpPr/>
          <p:nvPr/>
        </p:nvSpPr>
        <p:spPr>
          <a:xfrm>
            <a:off x="3063240" y="3867912"/>
            <a:ext cx="365760" cy="365760"/>
          </a:xfrm>
          <a:prstGeom prst="ellipse">
            <a:avLst/>
          </a:prstGeom>
          <a:solidFill>
            <a:srgbClr val="1E2761"/>
          </a:solidFill>
          <a:ln/>
        </p:spPr>
        <p:txBody>
          <a:bodyPr/>
          <a:lstStyle/>
          <a:p>
            <a:endParaRPr lang="en-US"/>
          </a:p>
        </p:txBody>
      </p:sp>
      <p:pic>
        <p:nvPicPr>
          <p:cNvPr id="502" name="CommIcon" descr="preencoded.png"/>
          <p:cNvPicPr>
            <a:picLocks noChangeAspect="1"/>
          </p:cNvPicPr>
          <p:nvPr/>
        </p:nvPicPr>
        <p:blipFill>
          <a:blip r:embed="rId7"/>
          <a:stretch>
            <a:fillRect/>
          </a:stretch>
        </p:blipFill>
        <p:spPr>
          <a:xfrm>
            <a:off x="3154680" y="3959352"/>
            <a:ext cx="182880" cy="182880"/>
          </a:xfrm>
          <a:prstGeom prst="rect">
            <a:avLst/>
          </a:prstGeom>
        </p:spPr>
      </p:pic>
      <p:sp>
        <p:nvSpPr>
          <p:cNvPr id="503" name="CommTitle"/>
          <p:cNvSpPr/>
          <p:nvPr/>
        </p:nvSpPr>
        <p:spPr>
          <a:xfrm>
            <a:off x="3566160" y="3840480"/>
            <a:ext cx="1325880" cy="420624"/>
          </a:xfrm>
          <a:prstGeom prst="rect">
            <a:avLst/>
          </a:prstGeom>
          <a:noFill/>
          <a:ln/>
        </p:spPr>
        <p:txBody>
          <a:bodyPr wrap="square" lIns="0" tIns="0" rIns="0" bIns="0" rtlCol="0" anchor="ctr"/>
          <a:lstStyle/>
          <a:p>
            <a:pPr marL="0" indent="0" algn="l">
              <a:buNone/>
            </a:pPr>
            <a:r>
              <a:rPr lang="en-US" sz="1400" b="1" dirty="0">
                <a:solidFill>
                  <a:srgbClr val="1E2761"/>
                </a:solidFill>
                <a:latin typeface="Calibri" pitchFamily="34" charset="0"/>
                <a:ea typeface="Calibri" pitchFamily="34" charset="-122"/>
                <a:cs typeface="Calibri" pitchFamily="34" charset="-120"/>
              </a:rPr>
              <a:t>Communication</a:t>
            </a:r>
            <a:endParaRPr lang="en-US" sz="1400" dirty="0"/>
          </a:p>
        </p:txBody>
      </p:sp>
      <p:sp>
        <p:nvSpPr>
          <p:cNvPr id="504" name="CommBody"/>
          <p:cNvSpPr/>
          <p:nvPr/>
        </p:nvSpPr>
        <p:spPr>
          <a:xfrm>
            <a:off x="4892040" y="3877056"/>
            <a:ext cx="3977640" cy="365760"/>
          </a:xfrm>
          <a:prstGeom prst="rect">
            <a:avLst/>
          </a:prstGeom>
          <a:noFill/>
          <a:ln/>
        </p:spPr>
        <p:txBody>
          <a:bodyPr wrap="square" lIns="0" tIns="0" rIns="0" bIns="0"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presentation‑authoring · write‑documentation · write‑adr · architecture‑narrative · handoff — decks and docs that stay true to the code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77586" y="303494"/>
            <a:ext cx="8588828" cy="566928"/>
          </a:xfrm>
          <a:prstGeom prst="rect">
            <a:avLst/>
          </a:prstGeom>
          <a:noFill/>
          <a:ln/>
        </p:spPr>
        <p:txBody>
          <a:bodyPr wrap="square" lIns="0" tIns="0" rIns="0" bIns="0" rtlCol="0" anchor="ctr"/>
          <a:lstStyle/>
          <a:p>
            <a:r>
              <a:rPr lang="en-US" sz="3000" b="1">
                <a:solidFill>
                  <a:srgbClr val="1E2761"/>
                </a:solidFill>
                <a:latin typeface="Cambria"/>
                <a:ea typeface="Cambria"/>
                <a:cs typeface="Cambria" pitchFamily="34" charset="-120"/>
              </a:rPr>
              <a:t>Guardrails: What Keeps Agents Honest &amp; Verified</a:t>
            </a:r>
            <a:endParaRPr lang="en-US" sz="3000" dirty="0"/>
          </a:p>
        </p:txBody>
      </p:sp>
      <p:sp>
        <p:nvSpPr>
          <p:cNvPr id="3" name="Shape 1"/>
          <p:cNvSpPr/>
          <p:nvPr/>
        </p:nvSpPr>
        <p:spPr>
          <a:xfrm>
            <a:off x="640080" y="1202436"/>
            <a:ext cx="566928" cy="566928"/>
          </a:xfrm>
          <a:prstGeom prst="ellipse">
            <a:avLst/>
          </a:prstGeom>
          <a:solidFill>
            <a:srgbClr val="1E2761"/>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87481" y="1349837"/>
            <a:ext cx="272125" cy="272125"/>
          </a:xfrm>
          <a:prstGeom prst="rect">
            <a:avLst/>
          </a:prstGeom>
        </p:spPr>
      </p:pic>
      <p:sp>
        <p:nvSpPr>
          <p:cNvPr id="5" name="Text 2"/>
          <p:cNvSpPr/>
          <p:nvPr/>
        </p:nvSpPr>
        <p:spPr>
          <a:xfrm>
            <a:off x="1463040" y="1051560"/>
            <a:ext cx="7223760" cy="868680"/>
          </a:xfrm>
          <a:prstGeom prst="rect">
            <a:avLst/>
          </a:prstGeom>
          <a:noFill/>
          <a:ln/>
        </p:spPr>
        <p:txBody>
          <a:bodyPr wrap="square" lIns="0" tIns="0" rIns="0" bIns="0" rtlCol="0" anchor="ctr"/>
          <a:lstStyle/>
          <a:p>
            <a:pPr marL="0" indent="0" algn="l">
              <a:buNone/>
            </a:pPr>
            <a:r>
              <a:rPr lang="en-US" sz="1550" b="1" dirty="0">
                <a:solidFill>
                  <a:srgbClr val="1E2761"/>
                </a:solidFill>
                <a:latin typeface="Calibri" pitchFamily="34" charset="0"/>
                <a:ea typeface="Calibri" pitchFamily="34" charset="-122"/>
                <a:cs typeface="Calibri" pitchFamily="34" charset="-120"/>
              </a:rPr>
              <a:t>Anti-Hallucination Protocol</a:t>
            </a:r>
            <a:endParaRPr lang="en-US" sz="1550" dirty="0"/>
          </a:p>
          <a:p>
            <a:pPr marL="0" indent="0" algn="l">
              <a:buNone/>
            </a:pPr>
            <a:r>
              <a:rPr lang="en-US" sz="1250" dirty="0">
                <a:solidFill>
                  <a:srgbClr val="334155"/>
                </a:solidFill>
                <a:latin typeface="Calibri" pitchFamily="34" charset="0"/>
                <a:ea typeface="Calibri" pitchFamily="34" charset="-122"/>
                <a:cs typeface="Calibri" pitchFamily="34" charset="-120"/>
              </a:rPr>
              <a:t>Unsure? Verify — spawn research agents or ask the user. Never invent APIs, versions, or file paths.</a:t>
            </a:r>
            <a:endParaRPr lang="en-US" sz="1550" dirty="0"/>
          </a:p>
        </p:txBody>
      </p:sp>
      <p:sp>
        <p:nvSpPr>
          <p:cNvPr id="6" name="Shape 3"/>
          <p:cNvSpPr/>
          <p:nvPr/>
        </p:nvSpPr>
        <p:spPr>
          <a:xfrm>
            <a:off x="640080" y="2272284"/>
            <a:ext cx="566928" cy="566928"/>
          </a:xfrm>
          <a:prstGeom prst="ellipse">
            <a:avLst/>
          </a:prstGeom>
          <a:solidFill>
            <a:srgbClr val="1E2761"/>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787481" y="2419685"/>
            <a:ext cx="272125" cy="272125"/>
          </a:xfrm>
          <a:prstGeom prst="rect">
            <a:avLst/>
          </a:prstGeom>
        </p:spPr>
      </p:pic>
      <p:sp>
        <p:nvSpPr>
          <p:cNvPr id="8" name="Text 4"/>
          <p:cNvSpPr/>
          <p:nvPr/>
        </p:nvSpPr>
        <p:spPr>
          <a:xfrm>
            <a:off x="1463040" y="2121408"/>
            <a:ext cx="7223760" cy="868680"/>
          </a:xfrm>
          <a:prstGeom prst="rect">
            <a:avLst/>
          </a:prstGeom>
          <a:noFill/>
          <a:ln/>
        </p:spPr>
        <p:txBody>
          <a:bodyPr wrap="square" lIns="0" tIns="0" rIns="0" bIns="0" rtlCol="0" anchor="ctr"/>
          <a:lstStyle/>
          <a:p>
            <a:pPr marL="0" indent="0" algn="l">
              <a:buNone/>
            </a:pPr>
            <a:r>
              <a:rPr lang="en-US" sz="1550" b="1" dirty="0">
                <a:solidFill>
                  <a:srgbClr val="1E2761"/>
                </a:solidFill>
                <a:latin typeface="Calibri" pitchFamily="34" charset="0"/>
                <a:ea typeface="Calibri" pitchFamily="34" charset="-122"/>
                <a:cs typeface="Calibri" pitchFamily="34" charset="-120"/>
              </a:rPr>
              <a:t>Rules as Code</a:t>
            </a:r>
            <a:endParaRPr lang="en-US" sz="1550" dirty="0"/>
          </a:p>
          <a:p>
            <a:pPr marL="0" indent="0" algn="l">
              <a:buNone/>
            </a:pPr>
            <a:r>
              <a:rPr lang="en-US" sz="1250" dirty="0">
                <a:solidFill>
                  <a:srgbClr val="334155"/>
                </a:solidFill>
                <a:latin typeface="Calibri" pitchFamily="34" charset="0"/>
                <a:ea typeface="Calibri" pitchFamily="34" charset="-122"/>
                <a:cs typeface="Calibri" pitchFamily="34" charset="-120"/>
              </a:rPr>
              <a:t>Stack rules installed by init — for .NET: coding style, GlobalUsings, testing gates — loaded into every agent's context, enforced in review.</a:t>
            </a:r>
            <a:endParaRPr lang="en-US" sz="1550" dirty="0"/>
          </a:p>
        </p:txBody>
      </p:sp>
      <p:sp>
        <p:nvSpPr>
          <p:cNvPr id="9" name="Shape 5"/>
          <p:cNvSpPr/>
          <p:nvPr/>
        </p:nvSpPr>
        <p:spPr>
          <a:xfrm>
            <a:off x="640080" y="3342132"/>
            <a:ext cx="566928" cy="566928"/>
          </a:xfrm>
          <a:prstGeom prst="ellipse">
            <a:avLst/>
          </a:prstGeom>
          <a:solidFill>
            <a:srgbClr val="1E2761"/>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787481" y="3489533"/>
            <a:ext cx="272125" cy="272125"/>
          </a:xfrm>
          <a:prstGeom prst="rect">
            <a:avLst/>
          </a:prstGeom>
        </p:spPr>
      </p:pic>
      <p:sp>
        <p:nvSpPr>
          <p:cNvPr id="11" name="Text 6"/>
          <p:cNvSpPr/>
          <p:nvPr/>
        </p:nvSpPr>
        <p:spPr>
          <a:xfrm>
            <a:off x="1463040" y="3191256"/>
            <a:ext cx="7223760" cy="868680"/>
          </a:xfrm>
          <a:prstGeom prst="rect">
            <a:avLst/>
          </a:prstGeom>
          <a:noFill/>
          <a:ln/>
        </p:spPr>
        <p:txBody>
          <a:bodyPr wrap="square" lIns="0" tIns="0" rIns="0" bIns="0" rtlCol="0" anchor="ctr"/>
          <a:lstStyle/>
          <a:p>
            <a:pPr marL="0" indent="0" algn="l">
              <a:buNone/>
            </a:pPr>
            <a:r>
              <a:rPr lang="en-US" sz="1550" b="1" dirty="0">
                <a:solidFill>
                  <a:srgbClr val="1E2761"/>
                </a:solidFill>
                <a:latin typeface="Calibri" pitchFamily="34" charset="0"/>
                <a:ea typeface="Calibri" pitchFamily="34" charset="-122"/>
                <a:cs typeface="Calibri" pitchFamily="34" charset="-120"/>
              </a:rPr>
              <a:t>Hard Gates via Hooks</a:t>
            </a:r>
            <a:endParaRPr lang="en-US" sz="1550" dirty="0"/>
          </a:p>
          <a:p>
            <a:pPr marL="0" indent="0" algn="l">
              <a:buNone/>
            </a:pPr>
            <a:r>
              <a:rPr lang="en-US" sz="1250" dirty="0">
                <a:solidFill>
                  <a:srgbClr val="334155"/>
                </a:solidFill>
                <a:latin typeface="Calibri" pitchFamily="34" charset="0"/>
                <a:ea typeface="Calibri" pitchFamily="34" charset="-122"/>
                <a:cs typeface="Calibri" pitchFamily="34" charset="-120"/>
              </a:rPr>
              <a:t>In .NET repos, init installs a Stop hook that runs dotnet test and refuses to let the agent finish while it fails. Mutation testing is the sqa-engineer’s exclusive gate, mandated in rules/testing.md.</a:t>
            </a:r>
            <a:endParaRPr lang="en-US" sz="1250" dirty="0"/>
          </a:p>
        </p:txBody>
      </p:sp>
      <p:sp>
        <p:nvSpPr>
          <p:cNvPr id="12" name="Shape 7"/>
          <p:cNvSpPr/>
          <p:nvPr/>
        </p:nvSpPr>
        <p:spPr>
          <a:xfrm>
            <a:off x="1188720" y="4297680"/>
            <a:ext cx="6766560" cy="566928"/>
          </a:xfrm>
          <a:prstGeom prst="roundRect">
            <a:avLst>
              <a:gd name="adj" fmla="val 14516"/>
            </a:avLst>
          </a:prstGeom>
          <a:solidFill>
            <a:srgbClr val="1E2761"/>
          </a:solidFill>
          <a:ln/>
        </p:spPr>
        <p:txBody>
          <a:bodyPr/>
          <a:lstStyle/>
          <a:p>
            <a:endParaRPr lang="en-US"/>
          </a:p>
        </p:txBody>
      </p:sp>
      <p:sp>
        <p:nvSpPr>
          <p:cNvPr id="13" name="Text 8"/>
          <p:cNvSpPr/>
          <p:nvPr/>
        </p:nvSpPr>
        <p:spPr>
          <a:xfrm>
            <a:off x="1371600" y="4297680"/>
            <a:ext cx="6400800" cy="566928"/>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If the gate isn't green, the work isn't done — no matter how confident the agent sounds.</a:t>
            </a:r>
            <a:endParaRPr lang="en-US" sz="1300" dirty="0"/>
          </a:p>
        </p:txBody>
      </p:sp>
    </p:spTree>
    <p:extLst>
      <p:ext uri="{BB962C8B-B14F-4D97-AF65-F5344CB8AC3E}">
        <p14:creationId xmlns:p14="http://schemas.microsoft.com/office/powerpoint/2010/main" val="1098558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Learnings from Running It for Real</a:t>
            </a:r>
            <a:endParaRPr lang="en-US" sz="3000" dirty="0"/>
          </a:p>
        </p:txBody>
      </p:sp>
      <p:sp>
        <p:nvSpPr>
          <p:cNvPr id="3" name="Shape 1"/>
          <p:cNvSpPr/>
          <p:nvPr/>
        </p:nvSpPr>
        <p:spPr>
          <a:xfrm>
            <a:off x="457200" y="1051560"/>
            <a:ext cx="3977640" cy="3383280"/>
          </a:xfrm>
          <a:prstGeom prst="roundRect">
            <a:avLst>
              <a:gd name="adj" fmla="val 2432"/>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4" name="Shape 2"/>
          <p:cNvSpPr/>
          <p:nvPr/>
        </p:nvSpPr>
        <p:spPr>
          <a:xfrm>
            <a:off x="713232" y="1252728"/>
            <a:ext cx="475488" cy="475488"/>
          </a:xfrm>
          <a:prstGeom prst="ellipse">
            <a:avLst/>
          </a:prstGeom>
          <a:solidFill>
            <a:srgbClr val="2EC4B6"/>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36859" y="1376355"/>
            <a:ext cx="228234" cy="228234"/>
          </a:xfrm>
          <a:prstGeom prst="rect">
            <a:avLst/>
          </a:prstGeom>
        </p:spPr>
      </p:pic>
      <p:sp>
        <p:nvSpPr>
          <p:cNvPr id="6" name="Text 3"/>
          <p:cNvSpPr/>
          <p:nvPr/>
        </p:nvSpPr>
        <p:spPr>
          <a:xfrm>
            <a:off x="1325880" y="1289304"/>
            <a:ext cx="2880360" cy="411480"/>
          </a:xfrm>
          <a:prstGeom prst="rect">
            <a:avLst/>
          </a:prstGeom>
          <a:noFill/>
          <a:ln/>
        </p:spPr>
        <p:txBody>
          <a:bodyPr wrap="square" lIns="0" tIns="0" rIns="0" bIns="0" rtlCol="0" anchor="ctr"/>
          <a:lstStyle/>
          <a:p>
            <a:pPr marL="0" indent="0" algn="l">
              <a:buNone/>
            </a:pPr>
            <a:r>
              <a:rPr lang="en-US" sz="1700" b="1" dirty="0">
                <a:solidFill>
                  <a:srgbClr val="1E2761"/>
                </a:solidFill>
                <a:latin typeface="Cambria" pitchFamily="34" charset="0"/>
                <a:ea typeface="Cambria" pitchFamily="34" charset="-122"/>
                <a:cs typeface="Cambria" pitchFamily="34" charset="-120"/>
              </a:rPr>
              <a:t>What worked</a:t>
            </a:r>
            <a:endParaRPr lang="en-US" sz="1700" dirty="0"/>
          </a:p>
        </p:txBody>
      </p:sp>
      <p:sp>
        <p:nvSpPr>
          <p:cNvPr id="7" name="Text 4"/>
          <p:cNvSpPr/>
          <p:nvPr/>
        </p:nvSpPr>
        <p:spPr>
          <a:xfrm>
            <a:off x="777240" y="1920240"/>
            <a:ext cx="3337560" cy="2286000"/>
          </a:xfrm>
          <a:prstGeom prst="rect">
            <a:avLst/>
          </a:prstGeom>
          <a:noFill/>
          <a:ln/>
        </p:spPr>
        <p:txBody>
          <a:bodyPr wrap="square" lIns="0" tIns="0" rIns="0" bIns="0" rtlCol="0" anchor="t"/>
          <a:lstStyle/>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Hard gates catch overconfidence — agents claim “done”; Stryker disagrees.</a:t>
            </a:r>
            <a:endParaRPr lang="en-US" sz="1150" dirty="0"/>
          </a:p>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Small, role-scoped agents beat one mega-prompt every time.</a:t>
            </a:r>
            <a:endParaRPr lang="en-US" sz="1150" dirty="0"/>
          </a:p>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Reviewing specs and ACs is far cheaper than reviewing diffs.</a:t>
            </a:r>
            <a:endParaRPr lang="en-US" sz="1150" dirty="0"/>
          </a:p>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Persistent memory ends re-explaining the codebase every session.</a:t>
            </a:r>
            <a:endParaRPr lang="en-US" sz="1150" dirty="0"/>
          </a:p>
        </p:txBody>
      </p:sp>
      <p:sp>
        <p:nvSpPr>
          <p:cNvPr id="8" name="Shape 5"/>
          <p:cNvSpPr/>
          <p:nvPr/>
        </p:nvSpPr>
        <p:spPr>
          <a:xfrm>
            <a:off x="4709160" y="1051560"/>
            <a:ext cx="3977640" cy="3383280"/>
          </a:xfrm>
          <a:prstGeom prst="roundRect">
            <a:avLst>
              <a:gd name="adj" fmla="val 2432"/>
            </a:avLst>
          </a:prstGeom>
          <a:solidFill>
            <a:srgbClr val="EEF4FE"/>
          </a:solidFill>
          <a:ln/>
          <a:effectLst>
            <a:outerShdw blurRad="88900" dist="25400" dir="2700000" algn="bl" rotWithShape="0">
              <a:srgbClr val="000000">
                <a:alpha val="14000"/>
              </a:srgbClr>
            </a:outerShdw>
          </a:effectLst>
        </p:spPr>
        <p:txBody>
          <a:bodyPr/>
          <a:lstStyle/>
          <a:p>
            <a:endParaRPr lang="en-US"/>
          </a:p>
        </p:txBody>
      </p:sp>
      <p:sp>
        <p:nvSpPr>
          <p:cNvPr id="9" name="Shape 6"/>
          <p:cNvSpPr/>
          <p:nvPr/>
        </p:nvSpPr>
        <p:spPr>
          <a:xfrm>
            <a:off x="4965192" y="1252728"/>
            <a:ext cx="475488" cy="475488"/>
          </a:xfrm>
          <a:prstGeom prst="ellipse">
            <a:avLst/>
          </a:prstGeom>
          <a:solidFill>
            <a:srgbClr val="E8A33D"/>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088819" y="1376355"/>
            <a:ext cx="228234" cy="228234"/>
          </a:xfrm>
          <a:prstGeom prst="rect">
            <a:avLst/>
          </a:prstGeom>
        </p:spPr>
      </p:pic>
      <p:sp>
        <p:nvSpPr>
          <p:cNvPr id="11" name="Text 7"/>
          <p:cNvSpPr/>
          <p:nvPr/>
        </p:nvSpPr>
        <p:spPr>
          <a:xfrm>
            <a:off x="5577840" y="1289304"/>
            <a:ext cx="2880360" cy="411480"/>
          </a:xfrm>
          <a:prstGeom prst="rect">
            <a:avLst/>
          </a:prstGeom>
          <a:noFill/>
          <a:ln/>
        </p:spPr>
        <p:txBody>
          <a:bodyPr wrap="square" lIns="0" tIns="0" rIns="0" bIns="0" rtlCol="0" anchor="ctr"/>
          <a:lstStyle/>
          <a:p>
            <a:pPr marL="0" indent="0" algn="l">
              <a:buNone/>
            </a:pPr>
            <a:r>
              <a:rPr lang="en-US" sz="1700" b="1" dirty="0">
                <a:solidFill>
                  <a:srgbClr val="1E2761"/>
                </a:solidFill>
                <a:latin typeface="Cambria" pitchFamily="34" charset="0"/>
                <a:ea typeface="Cambria" pitchFamily="34" charset="-122"/>
                <a:cs typeface="Cambria" pitchFamily="34" charset="-120"/>
              </a:rPr>
              <a:t>What to watch</a:t>
            </a:r>
            <a:endParaRPr lang="en-US" sz="1700" dirty="0"/>
          </a:p>
        </p:txBody>
      </p:sp>
      <p:sp>
        <p:nvSpPr>
          <p:cNvPr id="12" name="Text 8"/>
          <p:cNvSpPr/>
          <p:nvPr/>
        </p:nvSpPr>
        <p:spPr>
          <a:xfrm>
            <a:off x="5029200" y="1920240"/>
            <a:ext cx="3337560" cy="2286000"/>
          </a:xfrm>
          <a:prstGeom prst="rect">
            <a:avLst/>
          </a:prstGeom>
          <a:noFill/>
          <a:ln/>
        </p:spPr>
        <p:txBody>
          <a:bodyPr wrap="square" lIns="0" tIns="0" rIns="0" bIns="0" rtlCol="0" anchor="t"/>
          <a:lstStyle/>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Orchestration burns tokens — cache discipline is what keeps it at $95, not $1,000.</a:t>
            </a:r>
            <a:endParaRPr lang="en-US" sz="1150" dirty="0"/>
          </a:p>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Weak tests get gamed; mutation testing keeps them honest.</a:t>
            </a:r>
            <a:endParaRPr lang="en-US" sz="1150" dirty="0"/>
          </a:p>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Long sessions drift — re-anchor agents on the spec.</a:t>
            </a:r>
            <a:endParaRPr lang="en-US" sz="1150" dirty="0"/>
          </a:p>
          <a:p>
            <a:pPr marL="342900" indent="-342900" algn="l">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Ambiguity is still a human job; agents will guess if you let them.</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685800"/>
            <a:ext cx="8229600" cy="64008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Where This Goes Next</a:t>
            </a:r>
            <a:endParaRPr lang="en-US" sz="3400" dirty="0"/>
          </a:p>
        </p:txBody>
      </p:sp>
      <p:sp>
        <p:nvSpPr>
          <p:cNvPr id="3" name="Text 1"/>
          <p:cNvSpPr/>
          <p:nvPr/>
        </p:nvSpPr>
        <p:spPr>
          <a:xfrm>
            <a:off x="1554480" y="1600200"/>
            <a:ext cx="6035040" cy="1554480"/>
          </a:xfrm>
          <a:prstGeom prst="rect">
            <a:avLst/>
          </a:prstGeom>
          <a:noFill/>
          <a:ln/>
        </p:spPr>
        <p:txBody>
          <a:bodyPr wrap="square" lIns="0" tIns="0" rIns="0" bIns="0" rtlCol="0" anchor="t"/>
          <a:lstStyle/>
          <a:p>
            <a:pPr marL="342900" indent="-342900" algn="l">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From one repo to a team platform — shared agents, skills and rules across projects.</a:t>
            </a:r>
            <a:endParaRPr lang="en-US" sz="1500" dirty="0"/>
          </a:p>
          <a:p>
            <a:pPr marL="342900" indent="-342900" algn="l">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More autonomy only as gates get stronger — CI-side agent loops with the same guardrails.</a:t>
            </a:r>
            <a:endParaRPr lang="en-US" sz="1500" dirty="0"/>
          </a:p>
          <a:p>
            <a:pPr marL="342900" indent="-342900" algn="l">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Measure agents like engineers — cycle time, defect escape rate, mutation score.</a:t>
            </a:r>
            <a:endParaRPr lang="en-US" sz="1500" dirty="0"/>
          </a:p>
        </p:txBody>
      </p:sp>
      <p:sp>
        <p:nvSpPr>
          <p:cNvPr id="4" name="Text 2"/>
          <p:cNvSpPr/>
          <p:nvPr/>
        </p:nvSpPr>
        <p:spPr>
          <a:xfrm>
            <a:off x="457200" y="3520440"/>
            <a:ext cx="8229600" cy="548640"/>
          </a:xfrm>
          <a:prstGeom prst="rect">
            <a:avLst/>
          </a:prstGeom>
          <a:noFill/>
          <a:ln/>
        </p:spPr>
        <p:txBody>
          <a:bodyPr wrap="square" rtlCol="0" anchor="ctr"/>
          <a:lstStyle/>
          <a:p>
            <a:pPr marL="0" indent="0" algn="ctr">
              <a:buNone/>
            </a:pPr>
            <a:r>
              <a:rPr lang="en-US" sz="3000" b="1" dirty="0">
                <a:solidFill>
                  <a:srgbClr val="2EC4B6"/>
                </a:solidFill>
                <a:latin typeface="Cambria" pitchFamily="34" charset="0"/>
                <a:ea typeface="Cambria" pitchFamily="34" charset="-122"/>
                <a:cs typeface="Cambria" pitchFamily="34" charset="-120"/>
              </a:rPr>
              <a:t>Thank you</a:t>
            </a:r>
            <a:endParaRPr lang="en-US" sz="3000" dirty="0"/>
          </a:p>
        </p:txBody>
      </p:sp>
      <p:sp>
        <p:nvSpPr>
          <p:cNvPr id="5" name="Text 3"/>
          <p:cNvSpPr/>
          <p:nvPr/>
        </p:nvSpPr>
        <p:spPr>
          <a:xfrm>
            <a:off x="457200" y="4160520"/>
            <a:ext cx="8229600" cy="320040"/>
          </a:xfrm>
          <a:prstGeom prst="rect">
            <a:avLst/>
          </a:prstGeom>
          <a:noFill/>
          <a:ln/>
        </p:spPr>
        <p:txBody>
          <a:bodyPr wrap="square"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Rafsan Hasan</a:t>
            </a:r>
          </a:p>
          <a:p>
            <a:pPr marL="0" indent="0" algn="ctr">
              <a:buNone/>
            </a:pPr>
            <a:r>
              <a:rPr lang="en-US" sz="1250" dirty="0">
                <a:solidFill>
                  <a:srgbClr val="CADCFC"/>
                </a:solidFill>
                <a:latin typeface="Calibri" pitchFamily="34" charset="0"/>
                <a:ea typeface="Calibri" pitchFamily="34" charset="-122"/>
                <a:cs typeface="Calibri" pitchFamily="34" charset="-120"/>
              </a:rPr>
              <a:t>rafsanulhasan@outlook.com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54"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8043E13-3AE3-47CB-9E0D-9BF1C6A4E11D}">
  <we:reference id="wa200010001" version="1.0.0.1" store="en-US" storeType="OMEX"/>
  <we:alternateReferences>
    <we:reference id="WA200010001" version="1.0.0.1" store="WA200010001" storeType="OMEX"/>
  </we:alternateReferences>
  <we:properties>
    <we:property name="claude.fileId" value="&quot;fecb0b2d-65f4-42cd-9a22-4e9d35b89ee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FFE814D1-7618-4B86-A9D9-9081D5AA06B7}">
  <we:reference id="wa200010725" version="1.0.0.1" store="en-US" storeType="OMEX"/>
  <we:alternateReferences>
    <we:reference id="WA200010725" version="1.0.0.1" store="WA200010725" storeType="OMEX"/>
  </we:alternateReferences>
  <we:properties>
    <we:property name="claude.fileId" value="&quot;42078fae-441d-45d4-8740-e0fb71c1ddf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3949</TotalTime>
  <Words>2981</Words>
  <Application>Microsoft Office PowerPoint</Application>
  <PresentationFormat>On-screen Show (16:9)</PresentationFormat>
  <Paragraphs>241</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AI-DLC in Practice: Agentic Software Development with Claude Code</dc:title>
  <dc:subject>PptxGenJS Presentation</dc:subject>
  <dc:creator>Rafsan Hasan</dc:creator>
  <cp:lastModifiedBy>Rafsanul Hasan</cp:lastModifiedBy>
  <cp:revision>147</cp:revision>
  <dcterms:created xsi:type="dcterms:W3CDTF">2026-07-07T18:29:33Z</dcterms:created>
  <dcterms:modified xsi:type="dcterms:W3CDTF">2026-10-09T16:02:54Z</dcterms:modified>
</cp:coreProperties>
</file>